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77" r:id="rId4"/>
    <p:sldId id="259" r:id="rId5"/>
    <p:sldId id="260" r:id="rId6"/>
    <p:sldId id="261" r:id="rId7"/>
    <p:sldId id="262" r:id="rId8"/>
    <p:sldId id="263" r:id="rId9"/>
    <p:sldId id="265" r:id="rId10"/>
    <p:sldId id="266" r:id="rId11"/>
    <p:sldId id="267" r:id="rId12"/>
    <p:sldId id="269" r:id="rId13"/>
    <p:sldId id="270" r:id="rId14"/>
    <p:sldId id="271" r:id="rId15"/>
    <p:sldId id="272" r:id="rId16"/>
    <p:sldId id="273" r:id="rId17"/>
    <p:sldId id="274" r:id="rId18"/>
    <p:sldId id="275" r:id="rId19"/>
    <p:sldId id="276" r:id="rId20"/>
    <p:sldId id="268" r:id="rId21"/>
    <p:sldId id="278" r:id="rId22"/>
    <p:sldId id="279" r:id="rId23"/>
    <p:sldId id="258" r:id="rId24"/>
  </p:sldIdLst>
  <p:sldSz cx="12192000" cy="6858000"/>
  <p:notesSz cx="6858000" cy="9144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1F32C3-A5E2-4EB9-BC53-159163DBD9C7}" type="datetimeFigureOut">
              <a:rPr lang="en-IN" smtClean="0"/>
              <a:t>24-06-2025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00F4C1-48CC-46FC-8E99-4B75B9E398EC}" type="slidenum">
              <a:rPr lang="en-IN" smtClean="0"/>
              <a:t>‹#›</a:t>
            </a:fld>
            <a:endParaRPr lang="en-IN"/>
          </a:p>
        </p:txBody>
      </p:sp>
    </p:spTree>
    <p:extLst>
      <p:ext uri="{BB962C8B-B14F-4D97-AF65-F5344CB8AC3E}">
        <p14:creationId xmlns:p14="http://schemas.microsoft.com/office/powerpoint/2010/main" val="1194587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DC9B23-C576-456D-8728-30C4991699D7}" type="datetime1">
              <a:rPr lang="en-IN" smtClean="0"/>
              <a:t>24-06-2025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497412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038D6E-76FD-42A3-B75C-26C415BC5D8A}" type="datetime1">
              <a:rPr lang="en-IN" smtClean="0"/>
              <a:t>24-06-2025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2117138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B70034-1ADC-4A96-8243-8D585DA970F2}" type="datetime1">
              <a:rPr lang="en-IN" smtClean="0"/>
              <a:t>24-06-2025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3370239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8555E8-78A8-420C-A9D7-32B495777A5D}" type="datetime1">
              <a:rPr lang="en-IN" smtClean="0"/>
              <a:t>24-06-2025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3547575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4AF3E7-A4E1-4E08-820C-756F8F2B4F3F}" type="datetime1">
              <a:rPr lang="en-IN" smtClean="0"/>
              <a:t>24-06-2025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181725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3CC0B1-C90C-4F71-8C78-242654BD70E1}" type="datetime1">
              <a:rPr lang="en-IN" smtClean="0"/>
              <a:t>24-06-2025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1661825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7D61E5-2C11-45DE-AFC9-EFDDD036CFFE}" type="datetime1">
              <a:rPr lang="en-IN" smtClean="0"/>
              <a:t>24-06-2025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3440453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9D02F5-CC07-4C93-9797-31B364C89D6C}" type="datetime1">
              <a:rPr lang="en-IN" smtClean="0"/>
              <a:t>24-06-2025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1548743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EBDE13-D34C-48F9-B6B9-2C7C3CDF3591}" type="datetime1">
              <a:rPr lang="en-IN" smtClean="0"/>
              <a:t>24-06-2025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266554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C0C9E1-94BF-45A9-9AD8-13B9922292C9}" type="datetime1">
              <a:rPr lang="en-IN" smtClean="0"/>
              <a:t>24-06-2025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296697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2E98DC-3A41-4E21-A95F-5B28A9A99374}" type="datetime1">
              <a:rPr lang="en-IN" smtClean="0"/>
              <a:t>24-06-2025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113504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376105-8EA9-4699-8339-22B0A6BF5540}" type="datetime1">
              <a:rPr lang="en-IN" smtClean="0"/>
              <a:t>24-06-2025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3190023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38810EF-EA0D-4172-8C26-F21C12A8ECB5}" type="datetime1">
              <a:rPr lang="en-IN" smtClean="0"/>
              <a:t>24-06-2025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731752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F2082F-CA26-4E8C-9994-C60CD710C7E9}" type="datetime1">
              <a:rPr lang="en-IN" smtClean="0"/>
              <a:t>24-06-2025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3088486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94EC2C-B74C-49C7-B986-FB697BA375FC}" type="datetime1">
              <a:rPr lang="en-IN" smtClean="0"/>
              <a:t>24-06-2025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459235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99DE22-4C7A-4543-AFD5-1D19A8B497D4}" type="datetime1">
              <a:rPr lang="en-IN" smtClean="0"/>
              <a:t>24-06-2025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3939115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96513E3-0595-45FF-9F2A-F3DCE2C9F451}" type="datetime1">
              <a:rPr lang="en-IN" smtClean="0"/>
              <a:t>24-06-2025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C30E469-CD0D-498B-8DDB-D7B03AB8677D}" type="slidenum">
              <a:rPr lang="en-IN" smtClean="0"/>
              <a:t>‹#›</a:t>
            </a:fld>
            <a:endParaRPr lang="en-IN"/>
          </a:p>
        </p:txBody>
      </p:sp>
    </p:spTree>
    <p:extLst>
      <p:ext uri="{BB962C8B-B14F-4D97-AF65-F5344CB8AC3E}">
        <p14:creationId xmlns:p14="http://schemas.microsoft.com/office/powerpoint/2010/main" val="25015055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hf hdr="0" ft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3A78E-33C0-4D82-B35E-2776A77B16B0}"/>
              </a:ext>
            </a:extLst>
          </p:cNvPr>
          <p:cNvSpPr>
            <a:spLocks noGrp="1"/>
          </p:cNvSpPr>
          <p:nvPr>
            <p:ph type="ctrTitle"/>
          </p:nvPr>
        </p:nvSpPr>
        <p:spPr>
          <a:xfrm>
            <a:off x="1708064" y="973688"/>
            <a:ext cx="8086176" cy="1637441"/>
          </a:xfrm>
        </p:spPr>
        <p:txBody>
          <a:bodyPr/>
          <a:lstStyle/>
          <a:p>
            <a:pPr algn="ctr"/>
            <a:r>
              <a:rPr lang="en-US" sz="2800" b="1" dirty="0">
                <a:solidFill>
                  <a:schemeClr val="accent2"/>
                </a:solidFill>
                <a:latin typeface="Algerian" panose="04020705040A02060702" pitchFamily="82" charset="0"/>
              </a:rPr>
              <a:t>Learning PROJECT ii</a:t>
            </a:r>
            <a:br>
              <a:rPr lang="en-US" sz="2800" b="1" dirty="0">
                <a:solidFill>
                  <a:schemeClr val="accent2"/>
                </a:solidFill>
                <a:latin typeface="Algerian" panose="04020705040A02060702" pitchFamily="82" charset="0"/>
              </a:rPr>
            </a:br>
            <a:r>
              <a:rPr lang="en-US" sz="2800" b="1" dirty="0">
                <a:solidFill>
                  <a:schemeClr val="accent2"/>
                </a:solidFill>
                <a:latin typeface="Algerian" panose="04020705040A02060702" pitchFamily="82" charset="0"/>
              </a:rPr>
              <a:t> PRESENTATION ON  nest e- commerce website</a:t>
            </a:r>
            <a:endParaRPr lang="en-IN" sz="2800" b="1" dirty="0">
              <a:solidFill>
                <a:schemeClr val="accent2"/>
              </a:solidFill>
              <a:latin typeface="Algerian" panose="04020705040A02060702" pitchFamily="82" charset="0"/>
            </a:endParaRPr>
          </a:p>
        </p:txBody>
      </p:sp>
      <p:sp>
        <p:nvSpPr>
          <p:cNvPr id="3" name="Subtitle 2">
            <a:extLst>
              <a:ext uri="{FF2B5EF4-FFF2-40B4-BE49-F238E27FC236}">
                <a16:creationId xmlns:a16="http://schemas.microsoft.com/office/drawing/2014/main" id="{0CD26605-8667-4020-AC27-AE4D92770D34}"/>
              </a:ext>
            </a:extLst>
          </p:cNvPr>
          <p:cNvSpPr>
            <a:spLocks noGrp="1"/>
          </p:cNvSpPr>
          <p:nvPr>
            <p:ph type="subTitle" idx="1"/>
          </p:nvPr>
        </p:nvSpPr>
        <p:spPr>
          <a:xfrm>
            <a:off x="3680041" y="2611129"/>
            <a:ext cx="4372785" cy="3430233"/>
          </a:xfrm>
        </p:spPr>
        <p:txBody>
          <a:bodyPr>
            <a:normAutofit/>
          </a:bodyPr>
          <a:lstStyle/>
          <a:p>
            <a:pPr algn="ctr"/>
            <a:r>
              <a:rPr lang="en-US" sz="1600" b="1"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Presented By</a:t>
            </a:r>
          </a:p>
          <a:p>
            <a:pPr algn="ctr"/>
            <a:r>
              <a:rPr lang="en-US" sz="1600" b="1"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Name : Rashmi Ranjan Sahoo</a:t>
            </a:r>
          </a:p>
          <a:p>
            <a:pPr algn="ctr"/>
            <a:r>
              <a:rPr lang="en-US" sz="1600" b="1"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(23UG010660)</a:t>
            </a:r>
          </a:p>
          <a:p>
            <a:pPr algn="ctr"/>
            <a:r>
              <a:rPr lang="en-US" sz="1600" b="1"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Under the Guidance of :</a:t>
            </a:r>
          </a:p>
        </p:txBody>
      </p:sp>
      <p:pic>
        <p:nvPicPr>
          <p:cNvPr id="4" name="Picture 3">
            <a:extLst>
              <a:ext uri="{FF2B5EF4-FFF2-40B4-BE49-F238E27FC236}">
                <a16:creationId xmlns:a16="http://schemas.microsoft.com/office/drawing/2014/main" id="{67BC470E-950F-43C5-962F-3C28BC60A8D9}"/>
              </a:ext>
            </a:extLst>
          </p:cNvPr>
          <p:cNvPicPr/>
          <p:nvPr/>
        </p:nvPicPr>
        <p:blipFill>
          <a:blip r:embed="rId2" cstate="print"/>
          <a:srcRect/>
          <a:stretch>
            <a:fillRect/>
          </a:stretch>
        </p:blipFill>
        <p:spPr bwMode="auto">
          <a:xfrm>
            <a:off x="0" y="98284"/>
            <a:ext cx="1853658" cy="1637440"/>
          </a:xfrm>
          <a:prstGeom prst="rect">
            <a:avLst/>
          </a:prstGeom>
          <a:ln>
            <a:noFill/>
          </a:ln>
          <a:effectLst>
            <a:innerShdw blurRad="114300">
              <a:prstClr val="black"/>
            </a:innerShdw>
            <a:softEdge rad="0"/>
          </a:effectLst>
        </p:spPr>
      </p:pic>
      <p:sp>
        <p:nvSpPr>
          <p:cNvPr id="8" name="TextBox 8">
            <a:extLst>
              <a:ext uri="{FF2B5EF4-FFF2-40B4-BE49-F238E27FC236}">
                <a16:creationId xmlns:a16="http://schemas.microsoft.com/office/drawing/2014/main" id="{E3B93A76-2E58-437A-96EC-A6F76D6283DD}"/>
              </a:ext>
            </a:extLst>
          </p:cNvPr>
          <p:cNvSpPr txBox="1">
            <a:spLocks noChangeArrowheads="1"/>
          </p:cNvSpPr>
          <p:nvPr/>
        </p:nvSpPr>
        <p:spPr bwMode="auto">
          <a:xfrm>
            <a:off x="2458865" y="443514"/>
            <a:ext cx="6815138" cy="369888"/>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endParaRPr lang="en-IN" altLang="en-US"/>
          </a:p>
        </p:txBody>
      </p:sp>
      <p:sp>
        <p:nvSpPr>
          <p:cNvPr id="9" name="TextBox 9">
            <a:extLst>
              <a:ext uri="{FF2B5EF4-FFF2-40B4-BE49-F238E27FC236}">
                <a16:creationId xmlns:a16="http://schemas.microsoft.com/office/drawing/2014/main" id="{ADBF4484-A8C4-4BAF-B597-AAB3CA324DBC}"/>
              </a:ext>
            </a:extLst>
          </p:cNvPr>
          <p:cNvSpPr txBox="1">
            <a:spLocks noChangeArrowheads="1"/>
          </p:cNvSpPr>
          <p:nvPr/>
        </p:nvSpPr>
        <p:spPr bwMode="auto">
          <a:xfrm>
            <a:off x="2019548" y="451513"/>
            <a:ext cx="76088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IN" altLang="en-US" sz="2000" b="1" dirty="0">
                <a:latin typeface="Times New Roman" panose="02020603050405020304" pitchFamily="18" charset="0"/>
                <a:cs typeface="Times New Roman" panose="02020603050405020304" pitchFamily="18" charset="0"/>
              </a:rPr>
              <a:t>SCHOOL OF ENGINEERING AND TECHNOLOGY</a:t>
            </a:r>
          </a:p>
        </p:txBody>
      </p:sp>
      <p:sp>
        <p:nvSpPr>
          <p:cNvPr id="11" name="TextBox 10">
            <a:extLst>
              <a:ext uri="{FF2B5EF4-FFF2-40B4-BE49-F238E27FC236}">
                <a16:creationId xmlns:a16="http://schemas.microsoft.com/office/drawing/2014/main" id="{65D029EA-243E-441F-A794-98CAFE54CF12}"/>
              </a:ext>
            </a:extLst>
          </p:cNvPr>
          <p:cNvSpPr txBox="1">
            <a:spLocks noChangeArrowheads="1"/>
          </p:cNvSpPr>
          <p:nvPr/>
        </p:nvSpPr>
        <p:spPr bwMode="auto">
          <a:xfrm>
            <a:off x="2835737" y="950470"/>
            <a:ext cx="62849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IN" altLang="en-US" sz="1400" b="1" dirty="0">
                <a:latin typeface="Times New Roman" panose="02020603050405020304" pitchFamily="18" charset="0"/>
                <a:cs typeface="Times New Roman" panose="02020603050405020304" pitchFamily="18" charset="0"/>
              </a:rPr>
              <a:t>DEPARTMENT OF COMPUTER SCIENCE AND ENGINEERING </a:t>
            </a:r>
          </a:p>
        </p:txBody>
      </p:sp>
      <p:sp>
        <p:nvSpPr>
          <p:cNvPr id="16" name="TextBox 4">
            <a:extLst>
              <a:ext uri="{FF2B5EF4-FFF2-40B4-BE49-F238E27FC236}">
                <a16:creationId xmlns:a16="http://schemas.microsoft.com/office/drawing/2014/main" id="{2BA18BEC-608E-4CD0-898B-16B67C397348}"/>
              </a:ext>
            </a:extLst>
          </p:cNvPr>
          <p:cNvSpPr txBox="1">
            <a:spLocks noChangeArrowheads="1"/>
          </p:cNvSpPr>
          <p:nvPr/>
        </p:nvSpPr>
        <p:spPr bwMode="auto">
          <a:xfrm>
            <a:off x="8074257" y="5184011"/>
            <a:ext cx="375394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sz="1400" b="1"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Mr. Bani Prasad Nayak</a:t>
            </a:r>
          </a:p>
          <a:p>
            <a:pPr algn="ctr"/>
            <a:r>
              <a:rPr lang="en-US" altLang="en-US" sz="1400" b="1" dirty="0">
                <a:latin typeface="Tahoma" panose="020B0604030504040204" pitchFamily="34" charset="0"/>
                <a:ea typeface="Tahoma" panose="020B0604030504040204" pitchFamily="34" charset="0"/>
                <a:cs typeface="Tahoma" panose="020B0604030504040204" pitchFamily="34" charset="0"/>
              </a:rPr>
              <a:t>Assistant Professor</a:t>
            </a:r>
          </a:p>
          <a:p>
            <a:pPr algn="ctr"/>
            <a:r>
              <a:rPr lang="en-US" altLang="en-US" sz="1400" b="1" dirty="0">
                <a:latin typeface="Tahoma" panose="020B0604030504040204" pitchFamily="34" charset="0"/>
                <a:ea typeface="Tahoma" panose="020B0604030504040204" pitchFamily="34" charset="0"/>
                <a:cs typeface="Tahoma" panose="020B0604030504040204" pitchFamily="34" charset="0"/>
              </a:rPr>
              <a:t>Dept. Of CSE,</a:t>
            </a:r>
          </a:p>
          <a:p>
            <a:pPr algn="ctr"/>
            <a:r>
              <a:rPr lang="en-US" altLang="en-US" sz="1400" b="1" dirty="0">
                <a:latin typeface="Tahoma" panose="020B0604030504040204" pitchFamily="34" charset="0"/>
                <a:ea typeface="Tahoma" panose="020B0604030504040204" pitchFamily="34" charset="0"/>
                <a:cs typeface="Tahoma" panose="020B0604030504040204" pitchFamily="34" charset="0"/>
              </a:rPr>
              <a:t>GIET University , </a:t>
            </a:r>
            <a:r>
              <a:rPr lang="en-US" altLang="en-US" sz="1400" b="1" dirty="0" err="1">
                <a:latin typeface="Tahoma" panose="020B0604030504040204" pitchFamily="34" charset="0"/>
                <a:ea typeface="Tahoma" panose="020B0604030504040204" pitchFamily="34" charset="0"/>
                <a:cs typeface="Tahoma" panose="020B0604030504040204" pitchFamily="34" charset="0"/>
              </a:rPr>
              <a:t>Gunupur</a:t>
            </a:r>
            <a:endParaRPr lang="en-US" altLang="en-US" sz="1400" b="1" dirty="0">
              <a:latin typeface="Tahoma" panose="020B0604030504040204" pitchFamily="34" charset="0"/>
              <a:ea typeface="Tahoma" panose="020B0604030504040204" pitchFamily="34" charset="0"/>
              <a:cs typeface="Tahoma" panose="020B0604030504040204" pitchFamily="34" charset="0"/>
            </a:endParaRPr>
          </a:p>
        </p:txBody>
      </p:sp>
      <p:sp>
        <p:nvSpPr>
          <p:cNvPr id="5" name="Date Placeholder 4">
            <a:extLst>
              <a:ext uri="{FF2B5EF4-FFF2-40B4-BE49-F238E27FC236}">
                <a16:creationId xmlns:a16="http://schemas.microsoft.com/office/drawing/2014/main" id="{25C4B8F5-360F-BDA2-4998-B16CC9EE00D0}"/>
              </a:ext>
            </a:extLst>
          </p:cNvPr>
          <p:cNvSpPr>
            <a:spLocks noGrp="1"/>
          </p:cNvSpPr>
          <p:nvPr>
            <p:ph type="dt" sz="half" idx="10"/>
          </p:nvPr>
        </p:nvSpPr>
        <p:spPr>
          <a:xfrm>
            <a:off x="8362063" y="89177"/>
            <a:ext cx="911939" cy="365125"/>
          </a:xfrm>
        </p:spPr>
        <p:txBody>
          <a:bodyPr/>
          <a:lstStyle/>
          <a:p>
            <a:fld id="{0D9C6A89-B921-4C7A-86E5-ECB1F9281073}" type="datetime1">
              <a:rPr lang="en-IN" smtClean="0"/>
              <a:t>24-06-2025</a:t>
            </a:fld>
            <a:endParaRPr lang="en-IN"/>
          </a:p>
        </p:txBody>
      </p:sp>
      <p:sp>
        <p:nvSpPr>
          <p:cNvPr id="6" name="Slide Number Placeholder 5">
            <a:extLst>
              <a:ext uri="{FF2B5EF4-FFF2-40B4-BE49-F238E27FC236}">
                <a16:creationId xmlns:a16="http://schemas.microsoft.com/office/drawing/2014/main" id="{CC8C085C-E65C-79AC-82C5-13D3D777017E}"/>
              </a:ext>
            </a:extLst>
          </p:cNvPr>
          <p:cNvSpPr>
            <a:spLocks noGrp="1"/>
          </p:cNvSpPr>
          <p:nvPr>
            <p:ph type="sldNum" sz="quarter" idx="12"/>
          </p:nvPr>
        </p:nvSpPr>
        <p:spPr/>
        <p:txBody>
          <a:bodyPr/>
          <a:lstStyle/>
          <a:p>
            <a:fld id="{8C30E469-CD0D-498B-8DDB-D7B03AB8677D}" type="slidenum">
              <a:rPr lang="en-IN" smtClean="0"/>
              <a:t>1</a:t>
            </a:fld>
            <a:endParaRPr lang="en-IN"/>
          </a:p>
        </p:txBody>
      </p:sp>
    </p:spTree>
    <p:extLst>
      <p:ext uri="{BB962C8B-B14F-4D97-AF65-F5344CB8AC3E}">
        <p14:creationId xmlns:p14="http://schemas.microsoft.com/office/powerpoint/2010/main" val="3860164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F57F0-F4A1-49EF-A60A-8660887779B7}"/>
              </a:ext>
            </a:extLst>
          </p:cNvPr>
          <p:cNvSpPr>
            <a:spLocks noGrp="1"/>
          </p:cNvSpPr>
          <p:nvPr>
            <p:ph type="title"/>
          </p:nvPr>
        </p:nvSpPr>
        <p:spPr/>
        <p:txBody>
          <a:bodyPr>
            <a:normAutofit/>
          </a:bodyPr>
          <a:lstStyle/>
          <a:p>
            <a:r>
              <a:rPr lang="en-US" sz="4800" b="1">
                <a:latin typeface="Algerian" panose="04020705040A02060702" pitchFamily="82" charset="0"/>
              </a:rPr>
              <a:t>OUTLINES</a:t>
            </a:r>
            <a:endParaRPr lang="en-IN" sz="4800" b="1" dirty="0">
              <a:latin typeface="Algerian" panose="04020705040A02060702" pitchFamily="82" charset="0"/>
            </a:endParaRPr>
          </a:p>
        </p:txBody>
      </p:sp>
      <p:graphicFrame>
        <p:nvGraphicFramePr>
          <p:cNvPr id="4" name="Table 4">
            <a:extLst>
              <a:ext uri="{FF2B5EF4-FFF2-40B4-BE49-F238E27FC236}">
                <a16:creationId xmlns:a16="http://schemas.microsoft.com/office/drawing/2014/main" id="{6F46866B-169D-4AE8-AE00-AA6034181853}"/>
              </a:ext>
            </a:extLst>
          </p:cNvPr>
          <p:cNvGraphicFramePr>
            <a:graphicFrameLocks noGrp="1"/>
          </p:cNvGraphicFramePr>
          <p:nvPr>
            <p:ph idx="1"/>
            <p:extLst>
              <p:ext uri="{D42A27DB-BD31-4B8C-83A1-F6EECF244321}">
                <p14:modId xmlns:p14="http://schemas.microsoft.com/office/powerpoint/2010/main" val="961310467"/>
              </p:ext>
            </p:extLst>
          </p:nvPr>
        </p:nvGraphicFramePr>
        <p:xfrm>
          <a:off x="1145217" y="1527847"/>
          <a:ext cx="8128785" cy="4389120"/>
        </p:xfrm>
        <a:graphic>
          <a:graphicData uri="http://schemas.openxmlformats.org/drawingml/2006/table">
            <a:tbl>
              <a:tblPr firstRow="1" bandRow="1">
                <a:tableStyleId>{5C22544A-7EE6-4342-B048-85BDC9FD1C3A}</a:tableStyleId>
              </a:tblPr>
              <a:tblGrid>
                <a:gridCol w="2709595">
                  <a:extLst>
                    <a:ext uri="{9D8B030D-6E8A-4147-A177-3AD203B41FA5}">
                      <a16:colId xmlns:a16="http://schemas.microsoft.com/office/drawing/2014/main" val="571003690"/>
                    </a:ext>
                  </a:extLst>
                </a:gridCol>
                <a:gridCol w="2709595">
                  <a:extLst>
                    <a:ext uri="{9D8B030D-6E8A-4147-A177-3AD203B41FA5}">
                      <a16:colId xmlns:a16="http://schemas.microsoft.com/office/drawing/2014/main" val="4176926602"/>
                    </a:ext>
                  </a:extLst>
                </a:gridCol>
                <a:gridCol w="2709595">
                  <a:extLst>
                    <a:ext uri="{9D8B030D-6E8A-4147-A177-3AD203B41FA5}">
                      <a16:colId xmlns:a16="http://schemas.microsoft.com/office/drawing/2014/main" val="2796141490"/>
                    </a:ext>
                  </a:extLst>
                </a:gridCol>
              </a:tblGrid>
              <a:tr h="341732">
                <a:tc>
                  <a:txBody>
                    <a:bodyPr/>
                    <a:lstStyle/>
                    <a:p>
                      <a:pPr algn="ct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S.NO.</a:t>
                      </a: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800" b="1" kern="1200" dirty="0">
                          <a:solidFill>
                            <a:schemeClr val="tx1">
                              <a:lumMod val="95000"/>
                              <a:lumOff val="5000"/>
                            </a:schemeClr>
                          </a:solidFill>
                          <a:latin typeface="Times New Roman" panose="02020603050405020304" pitchFamily="18" charset="0"/>
                          <a:ea typeface="+mn-ea"/>
                          <a:cs typeface="Times New Roman" panose="02020603050405020304" pitchFamily="18" charset="0"/>
                        </a:rPr>
                        <a:t>CONTENTS</a:t>
                      </a:r>
                      <a:endParaRPr lang="en-IN" sz="1800" b="1" kern="1200" dirty="0">
                        <a:solidFill>
                          <a:schemeClr val="tx1">
                            <a:lumMod val="95000"/>
                            <a:lumOff val="5000"/>
                          </a:schemeClr>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US" sz="1800" b="1" kern="1200" dirty="0">
                          <a:solidFill>
                            <a:schemeClr val="tx1">
                              <a:lumMod val="95000"/>
                              <a:lumOff val="5000"/>
                            </a:schemeClr>
                          </a:solidFill>
                          <a:latin typeface="Times New Roman" panose="02020603050405020304" pitchFamily="18" charset="0"/>
                          <a:ea typeface="+mn-ea"/>
                          <a:cs typeface="Times New Roman" panose="02020603050405020304" pitchFamily="18" charset="0"/>
                        </a:rPr>
                        <a:t>PAGE NO.</a:t>
                      </a:r>
                      <a:endParaRPr lang="en-IN" sz="1800" b="1" kern="1200" dirty="0">
                        <a:solidFill>
                          <a:schemeClr val="tx1">
                            <a:lumMod val="95000"/>
                            <a:lumOff val="5000"/>
                          </a:schemeClr>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325165013"/>
                  </a:ext>
                </a:extLst>
              </a:tr>
              <a:tr h="326802">
                <a:tc>
                  <a:txBody>
                    <a:bodyPr/>
                    <a:lstStyle/>
                    <a:p>
                      <a:pPr algn="ctr"/>
                      <a:r>
                        <a:rPr lang="en-US" sz="1600" b="1" dirty="0">
                          <a:latin typeface="Times New Roman" panose="02020603050405020304" pitchFamily="18" charset="0"/>
                          <a:cs typeface="Times New Roman" panose="02020603050405020304" pitchFamily="18" charset="0"/>
                        </a:rPr>
                        <a:t>1</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PROBLEM STATEMENT</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3</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888246721"/>
                  </a:ext>
                </a:extLst>
              </a:tr>
              <a:tr h="326802">
                <a:tc>
                  <a:txBody>
                    <a:bodyPr/>
                    <a:lstStyle/>
                    <a:p>
                      <a:pPr algn="ctr"/>
                      <a:r>
                        <a:rPr lang="en-US" sz="1600" b="1" dirty="0">
                          <a:latin typeface="Times New Roman" panose="02020603050405020304" pitchFamily="18" charset="0"/>
                          <a:cs typeface="Times New Roman" panose="02020603050405020304" pitchFamily="18" charset="0"/>
                        </a:rPr>
                        <a:t>2</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INTRODUCTION</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4</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667850610"/>
                  </a:ext>
                </a:extLst>
              </a:tr>
              <a:tr h="326802">
                <a:tc>
                  <a:txBody>
                    <a:bodyPr/>
                    <a:lstStyle/>
                    <a:p>
                      <a:pPr algn="ctr"/>
                      <a:r>
                        <a:rPr lang="en-US" sz="1600" b="1" dirty="0">
                          <a:latin typeface="Times New Roman" panose="02020603050405020304" pitchFamily="18" charset="0"/>
                          <a:cs typeface="Times New Roman" panose="02020603050405020304" pitchFamily="18" charset="0"/>
                        </a:rPr>
                        <a:t>3</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TECHNOLOGIES USED</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5</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634397066"/>
                  </a:ext>
                </a:extLst>
              </a:tr>
              <a:tr h="326802">
                <a:tc>
                  <a:txBody>
                    <a:bodyPr/>
                    <a:lstStyle/>
                    <a:p>
                      <a:pPr algn="ctr"/>
                      <a:r>
                        <a:rPr lang="en-US" sz="1600" b="1" dirty="0">
                          <a:latin typeface="Times New Roman" panose="02020603050405020304" pitchFamily="18" charset="0"/>
                          <a:cs typeface="Times New Roman" panose="02020603050405020304" pitchFamily="18" charset="0"/>
                        </a:rPr>
                        <a:t>4</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NECESSARY DIAGRAMS</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6</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412063818"/>
                  </a:ext>
                </a:extLst>
              </a:tr>
              <a:tr h="326802">
                <a:tc>
                  <a:txBody>
                    <a:bodyPr/>
                    <a:lstStyle/>
                    <a:p>
                      <a:pPr algn="ctr"/>
                      <a:r>
                        <a:rPr lang="en-US" sz="1600" b="1" dirty="0">
                          <a:latin typeface="Times New Roman" panose="02020603050405020304" pitchFamily="18" charset="0"/>
                          <a:cs typeface="Times New Roman" panose="02020603050405020304" pitchFamily="18" charset="0"/>
                        </a:rPr>
                        <a:t>5</a:t>
                      </a:r>
                      <a:endParaRPr lang="en-IN" sz="1600" b="1">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FEATURES</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7</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992139182"/>
                  </a:ext>
                </a:extLst>
              </a:tr>
              <a:tr h="326802">
                <a:tc>
                  <a:txBody>
                    <a:bodyPr/>
                    <a:lstStyle/>
                    <a:p>
                      <a:pPr algn="ctr"/>
                      <a:r>
                        <a:rPr lang="en-US" sz="1600" b="1" dirty="0">
                          <a:latin typeface="Times New Roman" panose="02020603050405020304" pitchFamily="18" charset="0"/>
                          <a:cs typeface="Times New Roman" panose="02020603050405020304" pitchFamily="18" charset="0"/>
                        </a:rPr>
                        <a:t>6</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CHALLENGES</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8</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256259614"/>
                  </a:ext>
                </a:extLst>
              </a:tr>
              <a:tr h="326802">
                <a:tc>
                  <a:txBody>
                    <a:bodyPr/>
                    <a:lstStyle/>
                    <a:p>
                      <a:pPr algn="ctr"/>
                      <a:r>
                        <a:rPr lang="en-US" sz="1600" b="1" dirty="0">
                          <a:latin typeface="Times New Roman" panose="02020603050405020304" pitchFamily="18" charset="0"/>
                          <a:cs typeface="Times New Roman" panose="02020603050405020304" pitchFamily="18" charset="0"/>
                        </a:rPr>
                        <a:t>7</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LIMITATIONS</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9</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832582665"/>
                  </a:ext>
                </a:extLst>
              </a:tr>
              <a:tr h="326802">
                <a:tc>
                  <a:txBody>
                    <a:bodyPr/>
                    <a:lstStyle/>
                    <a:p>
                      <a:pPr algn="ctr"/>
                      <a:r>
                        <a:rPr lang="en-US" sz="1600" b="1" dirty="0">
                          <a:latin typeface="Times New Roman" panose="02020603050405020304" pitchFamily="18" charset="0"/>
                          <a:cs typeface="Times New Roman" panose="02020603050405020304" pitchFamily="18" charset="0"/>
                        </a:rPr>
                        <a:t>8</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SCREENSHOTS</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10-19</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174425801"/>
                  </a:ext>
                </a:extLst>
              </a:tr>
              <a:tr h="326802">
                <a:tc>
                  <a:txBody>
                    <a:bodyPr/>
                    <a:lstStyle/>
                    <a:p>
                      <a:pPr algn="ctr"/>
                      <a:r>
                        <a:rPr lang="en-US" sz="1600" b="1" dirty="0">
                          <a:latin typeface="Times New Roman" panose="02020603050405020304" pitchFamily="18" charset="0"/>
                          <a:cs typeface="Times New Roman" panose="02020603050405020304" pitchFamily="18" charset="0"/>
                        </a:rPr>
                        <a:t>9</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CONCLUSION</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20</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500900086"/>
                  </a:ext>
                </a:extLst>
              </a:tr>
              <a:tr h="326802">
                <a:tc>
                  <a:txBody>
                    <a:bodyPr/>
                    <a:lstStyle/>
                    <a:p>
                      <a:pPr algn="ctr"/>
                      <a:r>
                        <a:rPr lang="en-US" sz="1600" b="1" dirty="0">
                          <a:latin typeface="Times New Roman" panose="02020603050405020304" pitchFamily="18" charset="0"/>
                          <a:cs typeface="Times New Roman" panose="02020603050405020304" pitchFamily="18" charset="0"/>
                        </a:rPr>
                        <a:t>10</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FUTURE ENHANCEMENT</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21</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415717400"/>
                  </a:ext>
                </a:extLst>
              </a:tr>
              <a:tr h="326802">
                <a:tc>
                  <a:txBody>
                    <a:bodyPr/>
                    <a:lstStyle/>
                    <a:p>
                      <a:pPr algn="ctr"/>
                      <a:r>
                        <a:rPr lang="en-US" sz="1600" b="1" dirty="0">
                          <a:latin typeface="Times New Roman" panose="02020603050405020304" pitchFamily="18" charset="0"/>
                          <a:cs typeface="Times New Roman" panose="02020603050405020304" pitchFamily="18" charset="0"/>
                        </a:rPr>
                        <a:t>11</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REFERENCES</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22</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131175044"/>
                  </a:ext>
                </a:extLst>
              </a:tr>
              <a:tr h="326802">
                <a:tc>
                  <a:txBody>
                    <a:bodyPr/>
                    <a:lstStyle/>
                    <a:p>
                      <a:pPr algn="ct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350778867"/>
                  </a:ext>
                </a:extLst>
              </a:tr>
            </a:tbl>
          </a:graphicData>
        </a:graphic>
      </p:graphicFrame>
    </p:spTree>
    <p:extLst>
      <p:ext uri="{BB962C8B-B14F-4D97-AF65-F5344CB8AC3E}">
        <p14:creationId xmlns:p14="http://schemas.microsoft.com/office/powerpoint/2010/main" val="705698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6EFB3-4872-DCAA-1DCB-B0EFB7275FDD}"/>
              </a:ext>
            </a:extLst>
          </p:cNvPr>
          <p:cNvSpPr>
            <a:spLocks noGrp="1"/>
          </p:cNvSpPr>
          <p:nvPr>
            <p:ph type="title"/>
          </p:nvPr>
        </p:nvSpPr>
        <p:spPr>
          <a:xfrm>
            <a:off x="677334" y="609600"/>
            <a:ext cx="8596668" cy="698090"/>
          </a:xfrm>
        </p:spPr>
        <p:txBody>
          <a:bodyPr/>
          <a:lstStyle/>
          <a:p>
            <a:r>
              <a:rPr lang="en-US" dirty="0">
                <a:latin typeface="Algerian" panose="04020705040A02060702" pitchFamily="82" charset="0"/>
              </a:rPr>
              <a:t>PROBLEM STATEMENT :</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C4402BB4-33FD-B090-215F-48093C4AB274}"/>
              </a:ext>
            </a:extLst>
          </p:cNvPr>
          <p:cNvSpPr>
            <a:spLocks noGrp="1"/>
          </p:cNvSpPr>
          <p:nvPr>
            <p:ph idx="1"/>
          </p:nvPr>
        </p:nvSpPr>
        <p:spPr>
          <a:xfrm>
            <a:off x="677334" y="1307690"/>
            <a:ext cx="8596668" cy="4247536"/>
          </a:xfrm>
        </p:spPr>
        <p:txBody>
          <a:bodyPr>
            <a:normAutofit/>
          </a:bodyPr>
          <a:lstStyle/>
          <a:p>
            <a:r>
              <a:rPr lang="en-US" b="1" dirty="0"/>
              <a:t>Innovative Shopping Experience with Cutting-Edge Technology </a:t>
            </a:r>
            <a:r>
              <a:rPr lang="en-US" dirty="0"/>
              <a:t>:</a:t>
            </a:r>
          </a:p>
          <a:p>
            <a:pPr marL="0" indent="0" algn="just">
              <a:buNone/>
            </a:pPr>
            <a:r>
              <a:rPr lang="en-US" dirty="0"/>
              <a:t>Augmented Reality Shopping: Experience products like never before with our augmented reality feature, allowing you to visualize items in your own space before making a purchase.</a:t>
            </a:r>
          </a:p>
          <a:p>
            <a:pPr marL="0" indent="0" algn="just">
              <a:buNone/>
            </a:pPr>
            <a:r>
              <a:rPr lang="en-US" dirty="0"/>
              <a:t>Virtual Try-On: Our innovative virtual try-on technology enables you to see how clothing, accessories, or beauty products will look on you, ensuring a perfect fit and style.</a:t>
            </a:r>
          </a:p>
          <a:p>
            <a:pPr marL="0" indent="0" algn="just">
              <a:buNone/>
            </a:pPr>
            <a:r>
              <a:rPr lang="en-US" dirty="0"/>
              <a:t>Smart Search Functionality: Our advanced search capabilities utilize natural language processing to understand your queries better, making it easier to find exactly what you’re looking for.</a:t>
            </a:r>
          </a:p>
          <a:p>
            <a:pPr marL="0" indent="0" algn="just">
              <a:buNone/>
            </a:pPr>
            <a:r>
              <a:rPr lang="en-US" dirty="0"/>
              <a:t>Real-Time Inventory Updates: Stay informed with real-time inventory updates, ensuring that you can shop with confidence knowing that the products you want are available.</a:t>
            </a:r>
            <a:endParaRPr lang="en-IN" dirty="0"/>
          </a:p>
        </p:txBody>
      </p:sp>
      <p:sp>
        <p:nvSpPr>
          <p:cNvPr id="4" name="Date Placeholder 3">
            <a:extLst>
              <a:ext uri="{FF2B5EF4-FFF2-40B4-BE49-F238E27FC236}">
                <a16:creationId xmlns:a16="http://schemas.microsoft.com/office/drawing/2014/main" id="{69667EDB-81BD-6DDD-677A-724C17F4E561}"/>
              </a:ext>
            </a:extLst>
          </p:cNvPr>
          <p:cNvSpPr>
            <a:spLocks noGrp="1"/>
          </p:cNvSpPr>
          <p:nvPr>
            <p:ph type="dt" sz="half" idx="10"/>
          </p:nvPr>
        </p:nvSpPr>
        <p:spPr>
          <a:xfrm>
            <a:off x="8134693" y="244475"/>
            <a:ext cx="911939" cy="365125"/>
          </a:xfrm>
        </p:spPr>
        <p:txBody>
          <a:bodyPr/>
          <a:lstStyle/>
          <a:p>
            <a:fld id="{6E038D6E-76FD-42A3-B75C-26C415BC5D8A}" type="datetime1">
              <a:rPr lang="en-IN" smtClean="0"/>
              <a:t>24-06-2025</a:t>
            </a:fld>
            <a:endParaRPr lang="en-IN" dirty="0"/>
          </a:p>
        </p:txBody>
      </p:sp>
      <p:sp>
        <p:nvSpPr>
          <p:cNvPr id="5" name="Slide Number Placeholder 4">
            <a:extLst>
              <a:ext uri="{FF2B5EF4-FFF2-40B4-BE49-F238E27FC236}">
                <a16:creationId xmlns:a16="http://schemas.microsoft.com/office/drawing/2014/main" id="{FCD52A63-4CAF-1661-96B9-CFDF0C1740AA}"/>
              </a:ext>
            </a:extLst>
          </p:cNvPr>
          <p:cNvSpPr>
            <a:spLocks noGrp="1"/>
          </p:cNvSpPr>
          <p:nvPr>
            <p:ph type="sldNum" sz="quarter" idx="12"/>
          </p:nvPr>
        </p:nvSpPr>
        <p:spPr/>
        <p:txBody>
          <a:bodyPr/>
          <a:lstStyle/>
          <a:p>
            <a:fld id="{8C30E469-CD0D-498B-8DDB-D7B03AB8677D}" type="slidenum">
              <a:rPr lang="en-IN" smtClean="0"/>
              <a:t>3</a:t>
            </a:fld>
            <a:endParaRPr lang="en-IN"/>
          </a:p>
        </p:txBody>
      </p:sp>
    </p:spTree>
    <p:extLst>
      <p:ext uri="{BB962C8B-B14F-4D97-AF65-F5344CB8AC3E}">
        <p14:creationId xmlns:p14="http://schemas.microsoft.com/office/powerpoint/2010/main" val="2610569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7C591A-D15C-8ADC-CF7F-82F38C2AB91B}"/>
              </a:ext>
            </a:extLst>
          </p:cNvPr>
          <p:cNvSpPr txBox="1"/>
          <p:nvPr/>
        </p:nvSpPr>
        <p:spPr>
          <a:xfrm>
            <a:off x="789708" y="561108"/>
            <a:ext cx="4582391" cy="646331"/>
          </a:xfrm>
          <a:prstGeom prst="rect">
            <a:avLst/>
          </a:prstGeom>
          <a:noFill/>
        </p:spPr>
        <p:txBody>
          <a:bodyPr wrap="square" rtlCol="0">
            <a:spAutoFit/>
          </a:bodyPr>
          <a:lstStyle/>
          <a:p>
            <a:r>
              <a:rPr lang="en-IN" sz="3600" dirty="0">
                <a:solidFill>
                  <a:schemeClr val="accent2"/>
                </a:solidFill>
                <a:latin typeface="Algerian" panose="04020705040A02060702" pitchFamily="82" charset="0"/>
              </a:rPr>
              <a:t>INTRODUCTION:</a:t>
            </a:r>
          </a:p>
        </p:txBody>
      </p:sp>
      <p:sp>
        <p:nvSpPr>
          <p:cNvPr id="7" name="TextBox 6">
            <a:extLst>
              <a:ext uri="{FF2B5EF4-FFF2-40B4-BE49-F238E27FC236}">
                <a16:creationId xmlns:a16="http://schemas.microsoft.com/office/drawing/2014/main" id="{2EEE23A8-E706-28B1-1719-8F4D29F08B23}"/>
              </a:ext>
            </a:extLst>
          </p:cNvPr>
          <p:cNvSpPr txBox="1"/>
          <p:nvPr/>
        </p:nvSpPr>
        <p:spPr>
          <a:xfrm>
            <a:off x="789709" y="1291810"/>
            <a:ext cx="8811492" cy="4801314"/>
          </a:xfrm>
          <a:prstGeom prst="rect">
            <a:avLst/>
          </a:prstGeom>
          <a:noFill/>
        </p:spPr>
        <p:txBody>
          <a:bodyPr wrap="square">
            <a:spAutoFit/>
          </a:bodyPr>
          <a:lstStyle/>
          <a:p>
            <a:endParaRPr lang="en-US" dirty="0"/>
          </a:p>
          <a:p>
            <a:pPr algn="just"/>
            <a:r>
              <a:rPr lang="en-US" b="1" dirty="0"/>
              <a:t>NEST E-Commerce</a:t>
            </a:r>
            <a:r>
              <a:rPr lang="en-US" dirty="0"/>
              <a:t> is an innovative online shopping platform designed to provide a seamless, secure, and efficient shopping experience. Built using modern technologies, it offers a wide range of products across multiple categories, ensuring convenience for buyers and sellers alike. With a user-friendly interface, powerful search features, and reliable payment options, Nest E-Commerce aims to revolutionize digital shopping.</a:t>
            </a:r>
          </a:p>
          <a:p>
            <a:pPr algn="just"/>
            <a:r>
              <a:rPr lang="en-US" dirty="0"/>
              <a:t>The platform incorporates advanced functionalities like AI-driven recommendations, real-time order tracking, and personalized shopping experiences. It is designed to support businesses of all sizes, enabling them to showcase their products, manage transactions, and engage customers effectively. Nest E-Commerce prioritizes customer satisfaction, ensuring smooth navigation and responsive customer support.</a:t>
            </a:r>
          </a:p>
          <a:p>
            <a:pPr algn="just"/>
            <a:r>
              <a:rPr lang="en-US" dirty="0"/>
              <a:t>Whether you're a consumer looking for quality products or a business seeking a robust marketplace, Nest E-Commerce delivers a dynamic and trustworthy solution tailored for modern commerce.</a:t>
            </a:r>
          </a:p>
          <a:p>
            <a:endParaRPr lang="en-US" dirty="0"/>
          </a:p>
        </p:txBody>
      </p:sp>
      <p:sp>
        <p:nvSpPr>
          <p:cNvPr id="8" name="Date Placeholder 7">
            <a:extLst>
              <a:ext uri="{FF2B5EF4-FFF2-40B4-BE49-F238E27FC236}">
                <a16:creationId xmlns:a16="http://schemas.microsoft.com/office/drawing/2014/main" id="{A1363A5A-E2A4-329D-8430-AC0D61018F07}"/>
              </a:ext>
            </a:extLst>
          </p:cNvPr>
          <p:cNvSpPr>
            <a:spLocks noGrp="1"/>
          </p:cNvSpPr>
          <p:nvPr>
            <p:ph type="dt" sz="half" idx="10"/>
          </p:nvPr>
        </p:nvSpPr>
        <p:spPr>
          <a:xfrm>
            <a:off x="8286681" y="86388"/>
            <a:ext cx="911939" cy="365125"/>
          </a:xfrm>
        </p:spPr>
        <p:txBody>
          <a:bodyPr/>
          <a:lstStyle/>
          <a:p>
            <a:fld id="{EBB1CE17-D9EC-472C-99E0-E1BAB45892CC}" type="datetime1">
              <a:rPr lang="en-IN" smtClean="0"/>
              <a:t>24-06-2025</a:t>
            </a:fld>
            <a:endParaRPr lang="en-IN" dirty="0"/>
          </a:p>
        </p:txBody>
      </p:sp>
      <p:sp>
        <p:nvSpPr>
          <p:cNvPr id="9" name="Slide Number Placeholder 8">
            <a:extLst>
              <a:ext uri="{FF2B5EF4-FFF2-40B4-BE49-F238E27FC236}">
                <a16:creationId xmlns:a16="http://schemas.microsoft.com/office/drawing/2014/main" id="{9D748E38-4A79-C006-66C6-3D6040E0A802}"/>
              </a:ext>
            </a:extLst>
          </p:cNvPr>
          <p:cNvSpPr>
            <a:spLocks noGrp="1"/>
          </p:cNvSpPr>
          <p:nvPr>
            <p:ph type="sldNum" sz="quarter" idx="12"/>
          </p:nvPr>
        </p:nvSpPr>
        <p:spPr/>
        <p:txBody>
          <a:bodyPr/>
          <a:lstStyle/>
          <a:p>
            <a:fld id="{8C30E469-CD0D-498B-8DDB-D7B03AB8677D}" type="slidenum">
              <a:rPr lang="en-IN" smtClean="0"/>
              <a:t>4</a:t>
            </a:fld>
            <a:endParaRPr lang="en-IN"/>
          </a:p>
        </p:txBody>
      </p:sp>
    </p:spTree>
    <p:extLst>
      <p:ext uri="{BB962C8B-B14F-4D97-AF65-F5344CB8AC3E}">
        <p14:creationId xmlns:p14="http://schemas.microsoft.com/office/powerpoint/2010/main" val="3395328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C7A668-43A4-40F9-6DD3-BD7731B1BA1F}"/>
              </a:ext>
            </a:extLst>
          </p:cNvPr>
          <p:cNvSpPr txBox="1"/>
          <p:nvPr/>
        </p:nvSpPr>
        <p:spPr>
          <a:xfrm>
            <a:off x="218208" y="322118"/>
            <a:ext cx="6172200" cy="707886"/>
          </a:xfrm>
          <a:prstGeom prst="rect">
            <a:avLst/>
          </a:prstGeom>
          <a:noFill/>
        </p:spPr>
        <p:txBody>
          <a:bodyPr wrap="square" rtlCol="0">
            <a:spAutoFit/>
          </a:bodyPr>
          <a:lstStyle/>
          <a:p>
            <a:r>
              <a:rPr lang="en-IN" sz="4000" dirty="0">
                <a:solidFill>
                  <a:schemeClr val="accent2"/>
                </a:solidFill>
                <a:latin typeface="Algerian" panose="04020705040A02060702" pitchFamily="82" charset="0"/>
              </a:rPr>
              <a:t>TECHNOLOGIES USED :</a:t>
            </a:r>
          </a:p>
        </p:txBody>
      </p:sp>
      <p:sp>
        <p:nvSpPr>
          <p:cNvPr id="4" name="TextBox 3">
            <a:extLst>
              <a:ext uri="{FF2B5EF4-FFF2-40B4-BE49-F238E27FC236}">
                <a16:creationId xmlns:a16="http://schemas.microsoft.com/office/drawing/2014/main" id="{D4F2BF6E-3929-9027-0FFD-BA1C0D94D03B}"/>
              </a:ext>
            </a:extLst>
          </p:cNvPr>
          <p:cNvSpPr txBox="1"/>
          <p:nvPr/>
        </p:nvSpPr>
        <p:spPr>
          <a:xfrm flipH="1">
            <a:off x="305621" y="1130580"/>
            <a:ext cx="8486600" cy="830997"/>
          </a:xfrm>
          <a:prstGeom prst="rect">
            <a:avLst/>
          </a:prstGeom>
          <a:noFill/>
        </p:spPr>
        <p:txBody>
          <a:bodyPr wrap="square" rtlCol="0">
            <a:spAutoFit/>
          </a:bodyPr>
          <a:lstStyle/>
          <a:p>
            <a:r>
              <a:rPr lang="en-IN" sz="2400" dirty="0">
                <a:latin typeface="Tahoma" panose="020B0604030504040204" pitchFamily="34" charset="0"/>
                <a:ea typeface="Tahoma" panose="020B0604030504040204" pitchFamily="34" charset="0"/>
                <a:cs typeface="Tahoma" panose="020B0604030504040204" pitchFamily="34" charset="0"/>
              </a:rPr>
              <a:t>This website is made with the help of :</a:t>
            </a:r>
          </a:p>
          <a:p>
            <a:r>
              <a:rPr lang="en-IN" sz="2400" dirty="0">
                <a:latin typeface="Tahoma" panose="020B0604030504040204" pitchFamily="34" charset="0"/>
                <a:ea typeface="Tahoma" panose="020B0604030504040204" pitchFamily="34" charset="0"/>
                <a:cs typeface="Tahoma" panose="020B0604030504040204" pitchFamily="34" charset="0"/>
              </a:rPr>
              <a:t> </a:t>
            </a:r>
          </a:p>
        </p:txBody>
      </p:sp>
      <p:sp>
        <p:nvSpPr>
          <p:cNvPr id="5" name="Date Placeholder 4">
            <a:extLst>
              <a:ext uri="{FF2B5EF4-FFF2-40B4-BE49-F238E27FC236}">
                <a16:creationId xmlns:a16="http://schemas.microsoft.com/office/drawing/2014/main" id="{62948D4E-B3E8-294F-F26A-859BE7D8403D}"/>
              </a:ext>
            </a:extLst>
          </p:cNvPr>
          <p:cNvSpPr>
            <a:spLocks noGrp="1"/>
          </p:cNvSpPr>
          <p:nvPr>
            <p:ph type="dt" sz="half" idx="10"/>
          </p:nvPr>
        </p:nvSpPr>
        <p:spPr>
          <a:xfrm>
            <a:off x="8336251" y="224611"/>
            <a:ext cx="911939" cy="365125"/>
          </a:xfrm>
        </p:spPr>
        <p:txBody>
          <a:bodyPr/>
          <a:lstStyle/>
          <a:p>
            <a:fld id="{29309062-52D2-4DF6-8EF4-9656DE81DADD}" type="datetime1">
              <a:rPr lang="en-IN" smtClean="0"/>
              <a:t>24-06-2025</a:t>
            </a:fld>
            <a:endParaRPr lang="en-IN" dirty="0"/>
          </a:p>
        </p:txBody>
      </p:sp>
      <p:sp>
        <p:nvSpPr>
          <p:cNvPr id="6" name="Slide Number Placeholder 5">
            <a:extLst>
              <a:ext uri="{FF2B5EF4-FFF2-40B4-BE49-F238E27FC236}">
                <a16:creationId xmlns:a16="http://schemas.microsoft.com/office/drawing/2014/main" id="{416B7F48-F978-2841-D133-6C91CB81AA80}"/>
              </a:ext>
            </a:extLst>
          </p:cNvPr>
          <p:cNvSpPr>
            <a:spLocks noGrp="1"/>
          </p:cNvSpPr>
          <p:nvPr>
            <p:ph type="sldNum" sz="quarter" idx="12"/>
          </p:nvPr>
        </p:nvSpPr>
        <p:spPr/>
        <p:txBody>
          <a:bodyPr/>
          <a:lstStyle/>
          <a:p>
            <a:fld id="{8C30E469-CD0D-498B-8DDB-D7B03AB8677D}" type="slidenum">
              <a:rPr lang="en-IN" smtClean="0"/>
              <a:t>5</a:t>
            </a:fld>
            <a:endParaRPr lang="en-IN"/>
          </a:p>
        </p:txBody>
      </p:sp>
      <p:pic>
        <p:nvPicPr>
          <p:cNvPr id="2" name="Picture 2" descr="Html Css Icon at Vectorified.com | Collection of Html Css Icon free for ...">
            <a:extLst>
              <a:ext uri="{FF2B5EF4-FFF2-40B4-BE49-F238E27FC236}">
                <a16:creationId xmlns:a16="http://schemas.microsoft.com/office/drawing/2014/main" id="{A15CA690-1C21-D09D-B789-F2683C605A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208" y="1627485"/>
            <a:ext cx="2792360" cy="246958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4E2395B-69ED-1CAB-679C-7761CF36A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4308" y="1627485"/>
            <a:ext cx="3547226" cy="2469587"/>
          </a:xfrm>
          <a:prstGeom prst="rect">
            <a:avLst/>
          </a:prstGeom>
        </p:spPr>
      </p:pic>
      <p:pic>
        <p:nvPicPr>
          <p:cNvPr id="8" name="Picture 6" descr="JavaScript Logo - LogoDix">
            <a:extLst>
              <a:ext uri="{FF2B5EF4-FFF2-40B4-BE49-F238E27FC236}">
                <a16:creationId xmlns:a16="http://schemas.microsoft.com/office/drawing/2014/main" id="{8328CAF7-789B-7813-85EF-57F912EABD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0907" y="1496280"/>
            <a:ext cx="1951425" cy="273199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2" descr="Visual Studio Code full logo transparent PNG - StickPNG">
            <a:extLst>
              <a:ext uri="{FF2B5EF4-FFF2-40B4-BE49-F238E27FC236}">
                <a16:creationId xmlns:a16="http://schemas.microsoft.com/office/drawing/2014/main" id="{393CBD5E-7C74-A51C-A753-C5540138D0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4436" y="4228275"/>
            <a:ext cx="2846579" cy="1397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4738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E9A629-B827-EAFF-5C15-0A7C6D30846B}"/>
              </a:ext>
            </a:extLst>
          </p:cNvPr>
          <p:cNvSpPr txBox="1"/>
          <p:nvPr/>
        </p:nvSpPr>
        <p:spPr>
          <a:xfrm>
            <a:off x="197427" y="290945"/>
            <a:ext cx="6265718" cy="707886"/>
          </a:xfrm>
          <a:prstGeom prst="rect">
            <a:avLst/>
          </a:prstGeom>
          <a:noFill/>
        </p:spPr>
        <p:txBody>
          <a:bodyPr wrap="square" rtlCol="0">
            <a:spAutoFit/>
          </a:bodyPr>
          <a:lstStyle/>
          <a:p>
            <a:r>
              <a:rPr lang="en-IN" sz="4000" dirty="0">
                <a:solidFill>
                  <a:schemeClr val="accent2"/>
                </a:solidFill>
                <a:latin typeface="Algerian" panose="04020705040A02060702" pitchFamily="82" charset="0"/>
              </a:rPr>
              <a:t> NECESSARY DIAGRAMS :</a:t>
            </a:r>
          </a:p>
        </p:txBody>
      </p:sp>
      <p:pic>
        <p:nvPicPr>
          <p:cNvPr id="4" name="Picture 3">
            <a:extLst>
              <a:ext uri="{FF2B5EF4-FFF2-40B4-BE49-F238E27FC236}">
                <a16:creationId xmlns:a16="http://schemas.microsoft.com/office/drawing/2014/main" id="{1CD60136-7FE5-1161-6D2C-CD1A6CBCB46D}"/>
              </a:ext>
            </a:extLst>
          </p:cNvPr>
          <p:cNvPicPr>
            <a:picLocks noChangeAspect="1"/>
          </p:cNvPicPr>
          <p:nvPr/>
        </p:nvPicPr>
        <p:blipFill>
          <a:blip r:embed="rId2"/>
          <a:stretch>
            <a:fillRect/>
          </a:stretch>
        </p:blipFill>
        <p:spPr>
          <a:xfrm>
            <a:off x="1394522" y="950566"/>
            <a:ext cx="6315740" cy="5486401"/>
          </a:xfrm>
          <a:prstGeom prst="rect">
            <a:avLst/>
          </a:prstGeom>
        </p:spPr>
      </p:pic>
      <p:sp>
        <p:nvSpPr>
          <p:cNvPr id="5" name="Date Placeholder 4">
            <a:extLst>
              <a:ext uri="{FF2B5EF4-FFF2-40B4-BE49-F238E27FC236}">
                <a16:creationId xmlns:a16="http://schemas.microsoft.com/office/drawing/2014/main" id="{F2EFDBAD-F254-FFAC-A5B1-FFBEB68C9A24}"/>
              </a:ext>
            </a:extLst>
          </p:cNvPr>
          <p:cNvSpPr>
            <a:spLocks noGrp="1"/>
          </p:cNvSpPr>
          <p:nvPr>
            <p:ph type="dt" sz="half" idx="10"/>
          </p:nvPr>
        </p:nvSpPr>
        <p:spPr>
          <a:xfrm>
            <a:off x="8276850" y="108382"/>
            <a:ext cx="911939" cy="365125"/>
          </a:xfrm>
        </p:spPr>
        <p:txBody>
          <a:bodyPr/>
          <a:lstStyle/>
          <a:p>
            <a:fld id="{DC921798-C503-4CFD-AACE-E6CCE74DEF99}" type="datetime1">
              <a:rPr lang="en-IN" smtClean="0"/>
              <a:t>24-06-2025</a:t>
            </a:fld>
            <a:endParaRPr lang="en-IN" dirty="0"/>
          </a:p>
        </p:txBody>
      </p:sp>
      <p:sp>
        <p:nvSpPr>
          <p:cNvPr id="6" name="Slide Number Placeholder 5">
            <a:extLst>
              <a:ext uri="{FF2B5EF4-FFF2-40B4-BE49-F238E27FC236}">
                <a16:creationId xmlns:a16="http://schemas.microsoft.com/office/drawing/2014/main" id="{51696756-0DEF-1A5D-D263-1DFD3F36FB27}"/>
              </a:ext>
            </a:extLst>
          </p:cNvPr>
          <p:cNvSpPr>
            <a:spLocks noGrp="1"/>
          </p:cNvSpPr>
          <p:nvPr>
            <p:ph type="sldNum" sz="quarter" idx="12"/>
          </p:nvPr>
        </p:nvSpPr>
        <p:spPr/>
        <p:txBody>
          <a:bodyPr/>
          <a:lstStyle/>
          <a:p>
            <a:fld id="{8C30E469-CD0D-498B-8DDB-D7B03AB8677D}" type="slidenum">
              <a:rPr lang="en-IN" smtClean="0"/>
              <a:t>6</a:t>
            </a:fld>
            <a:endParaRPr lang="en-IN"/>
          </a:p>
        </p:txBody>
      </p:sp>
    </p:spTree>
    <p:extLst>
      <p:ext uri="{BB962C8B-B14F-4D97-AF65-F5344CB8AC3E}">
        <p14:creationId xmlns:p14="http://schemas.microsoft.com/office/powerpoint/2010/main" val="470512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D2BF5B-2A6B-FD04-333C-B703A1994D69}"/>
              </a:ext>
            </a:extLst>
          </p:cNvPr>
          <p:cNvSpPr txBox="1"/>
          <p:nvPr/>
        </p:nvSpPr>
        <p:spPr>
          <a:xfrm flipH="1">
            <a:off x="603251" y="322118"/>
            <a:ext cx="4460005" cy="769441"/>
          </a:xfrm>
          <a:prstGeom prst="rect">
            <a:avLst/>
          </a:prstGeom>
          <a:noFill/>
        </p:spPr>
        <p:txBody>
          <a:bodyPr wrap="square" rtlCol="0">
            <a:spAutoFit/>
          </a:bodyPr>
          <a:lstStyle/>
          <a:p>
            <a:r>
              <a:rPr lang="en-IN" sz="4400" dirty="0">
                <a:solidFill>
                  <a:schemeClr val="accent2"/>
                </a:solidFill>
                <a:latin typeface="Algerian" panose="04020705040A02060702" pitchFamily="82" charset="0"/>
              </a:rPr>
              <a:t>FEATURES :</a:t>
            </a:r>
          </a:p>
        </p:txBody>
      </p:sp>
      <p:sp>
        <p:nvSpPr>
          <p:cNvPr id="3" name="Date Placeholder 2">
            <a:extLst>
              <a:ext uri="{FF2B5EF4-FFF2-40B4-BE49-F238E27FC236}">
                <a16:creationId xmlns:a16="http://schemas.microsoft.com/office/drawing/2014/main" id="{9878F72E-B783-C4B2-3E65-D4DD7E3932D6}"/>
              </a:ext>
            </a:extLst>
          </p:cNvPr>
          <p:cNvSpPr>
            <a:spLocks noGrp="1"/>
          </p:cNvSpPr>
          <p:nvPr>
            <p:ph type="dt" sz="half" idx="10"/>
          </p:nvPr>
        </p:nvSpPr>
        <p:spPr>
          <a:xfrm>
            <a:off x="8247353" y="139555"/>
            <a:ext cx="911939" cy="365125"/>
          </a:xfrm>
        </p:spPr>
        <p:txBody>
          <a:bodyPr/>
          <a:lstStyle/>
          <a:p>
            <a:fld id="{2AD4A28A-66EE-4389-B1D6-529C4409FA09}" type="datetime1">
              <a:rPr lang="en-IN" smtClean="0"/>
              <a:t>24-06-2025</a:t>
            </a:fld>
            <a:endParaRPr lang="en-IN" dirty="0"/>
          </a:p>
        </p:txBody>
      </p:sp>
      <p:sp>
        <p:nvSpPr>
          <p:cNvPr id="4" name="Slide Number Placeholder 3">
            <a:extLst>
              <a:ext uri="{FF2B5EF4-FFF2-40B4-BE49-F238E27FC236}">
                <a16:creationId xmlns:a16="http://schemas.microsoft.com/office/drawing/2014/main" id="{A5FC7B66-1AC2-5A3C-6FEB-B0A95F0D2BCF}"/>
              </a:ext>
            </a:extLst>
          </p:cNvPr>
          <p:cNvSpPr>
            <a:spLocks noGrp="1"/>
          </p:cNvSpPr>
          <p:nvPr>
            <p:ph type="sldNum" sz="quarter" idx="12"/>
          </p:nvPr>
        </p:nvSpPr>
        <p:spPr/>
        <p:txBody>
          <a:bodyPr/>
          <a:lstStyle/>
          <a:p>
            <a:fld id="{8C30E469-CD0D-498B-8DDB-D7B03AB8677D}" type="slidenum">
              <a:rPr lang="en-IN" smtClean="0"/>
              <a:t>7</a:t>
            </a:fld>
            <a:endParaRPr lang="en-IN"/>
          </a:p>
        </p:txBody>
      </p:sp>
      <p:sp>
        <p:nvSpPr>
          <p:cNvPr id="6" name="TextBox 5">
            <a:extLst>
              <a:ext uri="{FF2B5EF4-FFF2-40B4-BE49-F238E27FC236}">
                <a16:creationId xmlns:a16="http://schemas.microsoft.com/office/drawing/2014/main" id="{014FD578-61A4-2838-DD61-CFF663A0E643}"/>
              </a:ext>
            </a:extLst>
          </p:cNvPr>
          <p:cNvSpPr txBox="1"/>
          <p:nvPr/>
        </p:nvSpPr>
        <p:spPr>
          <a:xfrm>
            <a:off x="1363283" y="1226241"/>
            <a:ext cx="6184903" cy="3416320"/>
          </a:xfrm>
          <a:prstGeom prst="rect">
            <a:avLst/>
          </a:prstGeom>
          <a:noFill/>
        </p:spPr>
        <p:txBody>
          <a:bodyPr wrap="square" rtlCol="0">
            <a:spAutoFit/>
          </a:bodyPr>
          <a:lstStyle/>
          <a:p>
            <a:pPr marL="285750" indent="-285750">
              <a:buFont typeface="Arial" panose="020B0604020202020204" pitchFamily="34" charset="0"/>
              <a:buChar char="•"/>
            </a:pPr>
            <a:r>
              <a:rPr lang="en-IN" dirty="0"/>
              <a:t>SECURE PAYMENT OPTION</a:t>
            </a:r>
          </a:p>
          <a:p>
            <a:r>
              <a:rPr lang="en-IN" dirty="0"/>
              <a:t> </a:t>
            </a:r>
          </a:p>
          <a:p>
            <a:pPr marL="285750" indent="-285750">
              <a:buFont typeface="Arial" panose="020B0604020202020204" pitchFamily="34" charset="0"/>
              <a:buChar char="•"/>
            </a:pPr>
            <a:r>
              <a:rPr lang="en-IN" dirty="0"/>
              <a:t>PRODUCTS FROM TRUSTED SOURCES WITH AUTHENTICATION</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 SECURED PACKAGING (HASSLE FREE DELIVERY)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24 X 7 COSTUMER CARE SERVICE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WIDE RANGE OF PRODUCTS FROM LOCAL VENDORS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COSTUMISATION AVAILABLE ON CLOTHINGS</a:t>
            </a:r>
          </a:p>
        </p:txBody>
      </p:sp>
    </p:spTree>
    <p:extLst>
      <p:ext uri="{BB962C8B-B14F-4D97-AF65-F5344CB8AC3E}">
        <p14:creationId xmlns:p14="http://schemas.microsoft.com/office/powerpoint/2010/main" val="826277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13247E-B195-F7B5-054C-C138F41C7BA8}"/>
              </a:ext>
            </a:extLst>
          </p:cNvPr>
          <p:cNvSpPr>
            <a:spLocks noGrp="1"/>
          </p:cNvSpPr>
          <p:nvPr>
            <p:ph type="dt" sz="half" idx="10"/>
          </p:nvPr>
        </p:nvSpPr>
        <p:spPr>
          <a:xfrm>
            <a:off x="8134693" y="268950"/>
            <a:ext cx="911939" cy="365125"/>
          </a:xfrm>
        </p:spPr>
        <p:txBody>
          <a:bodyPr/>
          <a:lstStyle/>
          <a:p>
            <a:fld id="{CC070C52-618A-4879-BCFE-99BCC3BD1816}" type="datetime1">
              <a:rPr lang="en-IN" smtClean="0"/>
              <a:t>24-06-2025</a:t>
            </a:fld>
            <a:endParaRPr lang="en-IN" dirty="0"/>
          </a:p>
        </p:txBody>
      </p:sp>
      <p:sp>
        <p:nvSpPr>
          <p:cNvPr id="3" name="Slide Number Placeholder 2">
            <a:extLst>
              <a:ext uri="{FF2B5EF4-FFF2-40B4-BE49-F238E27FC236}">
                <a16:creationId xmlns:a16="http://schemas.microsoft.com/office/drawing/2014/main" id="{AB01BA4E-76EB-7047-BF02-71DF3A4C4CE1}"/>
              </a:ext>
            </a:extLst>
          </p:cNvPr>
          <p:cNvSpPr>
            <a:spLocks noGrp="1"/>
          </p:cNvSpPr>
          <p:nvPr>
            <p:ph type="sldNum" sz="quarter" idx="12"/>
          </p:nvPr>
        </p:nvSpPr>
        <p:spPr/>
        <p:txBody>
          <a:bodyPr/>
          <a:lstStyle/>
          <a:p>
            <a:fld id="{8C30E469-CD0D-498B-8DDB-D7B03AB8677D}" type="slidenum">
              <a:rPr lang="en-IN" smtClean="0"/>
              <a:t>8</a:t>
            </a:fld>
            <a:endParaRPr lang="en-IN"/>
          </a:p>
        </p:txBody>
      </p:sp>
      <p:sp>
        <p:nvSpPr>
          <p:cNvPr id="4" name="TextBox 3">
            <a:extLst>
              <a:ext uri="{FF2B5EF4-FFF2-40B4-BE49-F238E27FC236}">
                <a16:creationId xmlns:a16="http://schemas.microsoft.com/office/drawing/2014/main" id="{F64E7025-4BF1-62E2-AB61-439D8169503E}"/>
              </a:ext>
            </a:extLst>
          </p:cNvPr>
          <p:cNvSpPr txBox="1"/>
          <p:nvPr/>
        </p:nvSpPr>
        <p:spPr>
          <a:xfrm>
            <a:off x="322118" y="280554"/>
            <a:ext cx="4312227" cy="707886"/>
          </a:xfrm>
          <a:prstGeom prst="rect">
            <a:avLst/>
          </a:prstGeom>
          <a:noFill/>
        </p:spPr>
        <p:txBody>
          <a:bodyPr wrap="square" rtlCol="0">
            <a:spAutoFit/>
          </a:bodyPr>
          <a:lstStyle/>
          <a:p>
            <a:r>
              <a:rPr lang="en-IN" sz="4000" dirty="0">
                <a:solidFill>
                  <a:schemeClr val="accent2"/>
                </a:solidFill>
                <a:latin typeface="Algerian" panose="04020705040A02060702" pitchFamily="82" charset="0"/>
              </a:rPr>
              <a:t>CHALLENGES:</a:t>
            </a:r>
          </a:p>
        </p:txBody>
      </p:sp>
      <p:sp>
        <p:nvSpPr>
          <p:cNvPr id="6" name="TextBox 5">
            <a:extLst>
              <a:ext uri="{FF2B5EF4-FFF2-40B4-BE49-F238E27FC236}">
                <a16:creationId xmlns:a16="http://schemas.microsoft.com/office/drawing/2014/main" id="{32EC3EF7-B050-8B98-9654-CDE8388A700B}"/>
              </a:ext>
            </a:extLst>
          </p:cNvPr>
          <p:cNvSpPr txBox="1"/>
          <p:nvPr/>
        </p:nvSpPr>
        <p:spPr>
          <a:xfrm>
            <a:off x="1269038" y="1639669"/>
            <a:ext cx="6104658" cy="3108543"/>
          </a:xfrm>
          <a:prstGeom prst="rect">
            <a:avLst/>
          </a:prstGeom>
          <a:noFill/>
        </p:spPr>
        <p:txBody>
          <a:bodyPr wrap="square">
            <a:spAutoFit/>
          </a:bodyPr>
          <a:lstStyle/>
          <a:p>
            <a:pPr marL="457200" indent="-457200">
              <a:buFont typeface="Arial" panose="020B0604020202020204" pitchFamily="34" charset="0"/>
              <a:buChar char="•"/>
            </a:pPr>
            <a:r>
              <a:rPr lang="en-IN" sz="2800" dirty="0">
                <a:latin typeface="Tahoma" panose="020B0604030504040204" pitchFamily="34" charset="0"/>
                <a:ea typeface="Tahoma" panose="020B0604030504040204" pitchFamily="34" charset="0"/>
                <a:cs typeface="Tahoma" panose="020B0604030504040204" pitchFamily="34" charset="0"/>
              </a:rPr>
              <a:t>Lack of Personal Interaction</a:t>
            </a:r>
          </a:p>
          <a:p>
            <a:pPr marL="457200" indent="-457200">
              <a:buFont typeface="Arial" panose="020B0604020202020204" pitchFamily="34" charset="0"/>
              <a:buChar char="•"/>
            </a:pPr>
            <a:endParaRPr lang="en-IN" sz="2800" dirty="0">
              <a:latin typeface="Tahoma" panose="020B0604030504040204" pitchFamily="34" charset="0"/>
              <a:ea typeface="Tahoma" panose="020B0604030504040204" pitchFamily="34" charset="0"/>
              <a:cs typeface="Tahoma" panose="020B0604030504040204" pitchFamily="34" charset="0"/>
            </a:endParaRPr>
          </a:p>
          <a:p>
            <a:pPr marL="457200" indent="-457200">
              <a:buFont typeface="Arial" panose="020B0604020202020204" pitchFamily="34" charset="0"/>
              <a:buChar char="•"/>
            </a:pPr>
            <a:r>
              <a:rPr lang="en-IN" sz="2800" dirty="0">
                <a:latin typeface="Tahoma" panose="020B0604030504040204" pitchFamily="34" charset="0"/>
                <a:ea typeface="Tahoma" panose="020B0604030504040204" pitchFamily="34" charset="0"/>
                <a:cs typeface="Tahoma" panose="020B0604030504040204" pitchFamily="34" charset="0"/>
              </a:rPr>
              <a:t>High Competition</a:t>
            </a:r>
          </a:p>
          <a:p>
            <a:pPr marL="457200" indent="-457200">
              <a:buFont typeface="Arial" panose="020B0604020202020204" pitchFamily="34" charset="0"/>
              <a:buChar char="•"/>
            </a:pPr>
            <a:endParaRPr lang="en-IN" sz="2800" dirty="0">
              <a:latin typeface="Tahoma" panose="020B0604030504040204" pitchFamily="34" charset="0"/>
              <a:ea typeface="Tahoma" panose="020B0604030504040204" pitchFamily="34" charset="0"/>
              <a:cs typeface="Tahoma" panose="020B0604030504040204" pitchFamily="34" charset="0"/>
            </a:endParaRPr>
          </a:p>
          <a:p>
            <a:pPr marL="457200" indent="-457200">
              <a:buFont typeface="Arial" panose="020B0604020202020204" pitchFamily="34" charset="0"/>
              <a:buChar char="•"/>
            </a:pPr>
            <a:r>
              <a:rPr lang="en-IN" sz="2800" dirty="0">
                <a:latin typeface="Tahoma" panose="020B0604030504040204" pitchFamily="34" charset="0"/>
                <a:ea typeface="Tahoma" panose="020B0604030504040204" pitchFamily="34" charset="0"/>
                <a:cs typeface="Tahoma" panose="020B0604030504040204" pitchFamily="34" charset="0"/>
              </a:rPr>
              <a:t>Complex Taxation Issues</a:t>
            </a:r>
          </a:p>
          <a:p>
            <a:pPr marL="457200" indent="-457200">
              <a:buFont typeface="Arial" panose="020B0604020202020204" pitchFamily="34" charset="0"/>
              <a:buChar char="•"/>
            </a:pPr>
            <a:endParaRPr lang="en-IN" sz="2800" dirty="0">
              <a:latin typeface="Tahoma" panose="020B0604030504040204" pitchFamily="34" charset="0"/>
              <a:ea typeface="Tahoma" panose="020B0604030504040204" pitchFamily="34" charset="0"/>
              <a:cs typeface="Tahoma" panose="020B0604030504040204" pitchFamily="34" charset="0"/>
            </a:endParaRPr>
          </a:p>
          <a:p>
            <a:pPr marL="457200" indent="-457200">
              <a:buFont typeface="Arial" panose="020B0604020202020204" pitchFamily="34" charset="0"/>
              <a:buChar char="•"/>
            </a:pPr>
            <a:r>
              <a:rPr lang="en-IN" sz="2800" dirty="0">
                <a:latin typeface="Tahoma" panose="020B0604030504040204" pitchFamily="34" charset="0"/>
                <a:ea typeface="Tahoma" panose="020B0604030504040204" pitchFamily="34" charset="0"/>
                <a:cs typeface="Tahoma" panose="020B0604030504040204" pitchFamily="34" charset="0"/>
              </a:rPr>
              <a:t>Technology Dependence</a:t>
            </a:r>
          </a:p>
        </p:txBody>
      </p:sp>
    </p:spTree>
    <p:extLst>
      <p:ext uri="{BB962C8B-B14F-4D97-AF65-F5344CB8AC3E}">
        <p14:creationId xmlns:p14="http://schemas.microsoft.com/office/powerpoint/2010/main" val="3340407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EA4FF4-9D27-C3BA-DB87-72F12CEA8957}"/>
              </a:ext>
            </a:extLst>
          </p:cNvPr>
          <p:cNvSpPr>
            <a:spLocks noGrp="1"/>
          </p:cNvSpPr>
          <p:nvPr>
            <p:ph type="dt" sz="half" idx="10"/>
          </p:nvPr>
        </p:nvSpPr>
        <p:spPr>
          <a:xfrm>
            <a:off x="8267017" y="175831"/>
            <a:ext cx="911939" cy="365125"/>
          </a:xfrm>
        </p:spPr>
        <p:txBody>
          <a:bodyPr/>
          <a:lstStyle/>
          <a:p>
            <a:fld id="{9E7D61E5-2C11-45DE-AFC9-EFDDD036CFFE}" type="datetime1">
              <a:rPr lang="en-IN" smtClean="0"/>
              <a:t>24-06-2025</a:t>
            </a:fld>
            <a:endParaRPr lang="en-IN" dirty="0"/>
          </a:p>
        </p:txBody>
      </p:sp>
      <p:sp>
        <p:nvSpPr>
          <p:cNvPr id="3" name="Slide Number Placeholder 2">
            <a:extLst>
              <a:ext uri="{FF2B5EF4-FFF2-40B4-BE49-F238E27FC236}">
                <a16:creationId xmlns:a16="http://schemas.microsoft.com/office/drawing/2014/main" id="{7714ADF8-018C-2249-79F7-0A6F8255156A}"/>
              </a:ext>
            </a:extLst>
          </p:cNvPr>
          <p:cNvSpPr>
            <a:spLocks noGrp="1"/>
          </p:cNvSpPr>
          <p:nvPr>
            <p:ph type="sldNum" sz="quarter" idx="12"/>
          </p:nvPr>
        </p:nvSpPr>
        <p:spPr/>
        <p:txBody>
          <a:bodyPr/>
          <a:lstStyle/>
          <a:p>
            <a:fld id="{8C30E469-CD0D-498B-8DDB-D7B03AB8677D}" type="slidenum">
              <a:rPr lang="en-IN" smtClean="0"/>
              <a:t>9</a:t>
            </a:fld>
            <a:endParaRPr lang="en-IN"/>
          </a:p>
        </p:txBody>
      </p:sp>
      <p:sp>
        <p:nvSpPr>
          <p:cNvPr id="4" name="TextBox 3">
            <a:extLst>
              <a:ext uri="{FF2B5EF4-FFF2-40B4-BE49-F238E27FC236}">
                <a16:creationId xmlns:a16="http://schemas.microsoft.com/office/drawing/2014/main" id="{971043AC-C6B6-F952-D1AC-BB05CC93157D}"/>
              </a:ext>
            </a:extLst>
          </p:cNvPr>
          <p:cNvSpPr txBox="1"/>
          <p:nvPr/>
        </p:nvSpPr>
        <p:spPr>
          <a:xfrm>
            <a:off x="457199" y="187037"/>
            <a:ext cx="4740027" cy="707886"/>
          </a:xfrm>
          <a:prstGeom prst="rect">
            <a:avLst/>
          </a:prstGeom>
          <a:noFill/>
        </p:spPr>
        <p:txBody>
          <a:bodyPr wrap="square" rtlCol="0">
            <a:spAutoFit/>
          </a:bodyPr>
          <a:lstStyle/>
          <a:p>
            <a:r>
              <a:rPr lang="en-IN" sz="4000" dirty="0">
                <a:solidFill>
                  <a:schemeClr val="accent2"/>
                </a:solidFill>
                <a:latin typeface="Algerian" panose="04020705040A02060702" pitchFamily="82" charset="0"/>
              </a:rPr>
              <a:t>LIMITATIONS:</a:t>
            </a:r>
          </a:p>
        </p:txBody>
      </p:sp>
      <p:sp>
        <p:nvSpPr>
          <p:cNvPr id="6" name="TextBox 5">
            <a:extLst>
              <a:ext uri="{FF2B5EF4-FFF2-40B4-BE49-F238E27FC236}">
                <a16:creationId xmlns:a16="http://schemas.microsoft.com/office/drawing/2014/main" id="{603EABD6-D048-B70D-28DB-2321CF9718F2}"/>
              </a:ext>
            </a:extLst>
          </p:cNvPr>
          <p:cNvSpPr txBox="1"/>
          <p:nvPr/>
        </p:nvSpPr>
        <p:spPr>
          <a:xfrm>
            <a:off x="1265554" y="894923"/>
            <a:ext cx="7502525" cy="5355312"/>
          </a:xfrm>
          <a:prstGeom prst="rect">
            <a:avLst/>
          </a:prstGeom>
          <a:noFill/>
        </p:spPr>
        <p:txBody>
          <a:bodyPr wrap="square">
            <a:spAutoFit/>
          </a:bodyPr>
          <a:lstStyle/>
          <a:p>
            <a:pPr marL="285750" indent="-285750">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Limited Brand Recognition</a:t>
            </a:r>
            <a:r>
              <a:rPr lang="en-US" dirty="0"/>
              <a:t> – New platforms struggle to gain trust and visibility among customers.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Low Website Traffic</a:t>
            </a:r>
            <a:r>
              <a:rPr lang="en-US" dirty="0"/>
              <a:t> – Without strong marketing, attracting visitors can be difficult.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Security Concerns</a:t>
            </a:r>
            <a:r>
              <a:rPr lang="en-US" dirty="0"/>
              <a:t> – Ensuring secure transactions and protecting user data is crucial but complex.</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Competitive Market</a:t>
            </a:r>
            <a:r>
              <a:rPr lang="en-US" dirty="0"/>
              <a:t> – Established e-commerce giants make it tough for new businesses to stand out.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Technical Issues</a:t>
            </a:r>
            <a:r>
              <a:rPr lang="en-US" dirty="0"/>
              <a:t> – Bugs, slow loading speeds, or payment failures can drive users away.</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Initial Financial Constraints</a:t>
            </a:r>
            <a:r>
              <a:rPr lang="en-US" dirty="0"/>
              <a:t> – Funding marketing, development, and fulfillment may be expensive.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623466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3CB184-C0D7-FD40-1C81-9EE39EFA03F3}"/>
              </a:ext>
            </a:extLst>
          </p:cNvPr>
          <p:cNvSpPr>
            <a:spLocks noGrp="1"/>
          </p:cNvSpPr>
          <p:nvPr>
            <p:ph type="dt" sz="half" idx="10"/>
          </p:nvPr>
        </p:nvSpPr>
        <p:spPr>
          <a:xfrm>
            <a:off x="8134693" y="200248"/>
            <a:ext cx="911939" cy="365125"/>
          </a:xfrm>
        </p:spPr>
        <p:txBody>
          <a:bodyPr/>
          <a:lstStyle/>
          <a:p>
            <a:fld id="{9E7D61E5-2C11-45DE-AFC9-EFDDD036CFFE}" type="datetime1">
              <a:rPr lang="en-IN" smtClean="0"/>
              <a:t>24-06-2025</a:t>
            </a:fld>
            <a:endParaRPr lang="en-IN"/>
          </a:p>
        </p:txBody>
      </p:sp>
      <p:sp>
        <p:nvSpPr>
          <p:cNvPr id="3" name="Slide Number Placeholder 2">
            <a:extLst>
              <a:ext uri="{FF2B5EF4-FFF2-40B4-BE49-F238E27FC236}">
                <a16:creationId xmlns:a16="http://schemas.microsoft.com/office/drawing/2014/main" id="{13FD1EB8-8261-801A-3BA4-24D194040F19}"/>
              </a:ext>
            </a:extLst>
          </p:cNvPr>
          <p:cNvSpPr>
            <a:spLocks noGrp="1"/>
          </p:cNvSpPr>
          <p:nvPr>
            <p:ph type="sldNum" sz="quarter" idx="12"/>
          </p:nvPr>
        </p:nvSpPr>
        <p:spPr/>
        <p:txBody>
          <a:bodyPr/>
          <a:lstStyle/>
          <a:p>
            <a:fld id="{8C30E469-CD0D-498B-8DDB-D7B03AB8677D}" type="slidenum">
              <a:rPr lang="en-IN" smtClean="0"/>
              <a:t>10</a:t>
            </a:fld>
            <a:endParaRPr lang="en-IN"/>
          </a:p>
        </p:txBody>
      </p:sp>
      <p:sp>
        <p:nvSpPr>
          <p:cNvPr id="5" name="TextBox 4">
            <a:extLst>
              <a:ext uri="{FF2B5EF4-FFF2-40B4-BE49-F238E27FC236}">
                <a16:creationId xmlns:a16="http://schemas.microsoft.com/office/drawing/2014/main" id="{A5D6EC53-40AE-4EBC-9C8C-BAA71C5569CD}"/>
              </a:ext>
            </a:extLst>
          </p:cNvPr>
          <p:cNvSpPr txBox="1"/>
          <p:nvPr/>
        </p:nvSpPr>
        <p:spPr>
          <a:xfrm>
            <a:off x="436418" y="218210"/>
            <a:ext cx="4119033" cy="707886"/>
          </a:xfrm>
          <a:prstGeom prst="rect">
            <a:avLst/>
          </a:prstGeom>
          <a:noFill/>
        </p:spPr>
        <p:txBody>
          <a:bodyPr wrap="square" rtlCol="0">
            <a:spAutoFit/>
          </a:bodyPr>
          <a:lstStyle/>
          <a:p>
            <a:r>
              <a:rPr lang="en-IN" sz="4000" dirty="0">
                <a:solidFill>
                  <a:schemeClr val="accent2"/>
                </a:solidFill>
                <a:latin typeface="Algerian" panose="04020705040A02060702" pitchFamily="82" charset="0"/>
              </a:rPr>
              <a:t>SCREENSHOTS:</a:t>
            </a:r>
          </a:p>
        </p:txBody>
      </p:sp>
      <p:pic>
        <p:nvPicPr>
          <p:cNvPr id="7" name="Picture 6">
            <a:extLst>
              <a:ext uri="{FF2B5EF4-FFF2-40B4-BE49-F238E27FC236}">
                <a16:creationId xmlns:a16="http://schemas.microsoft.com/office/drawing/2014/main" id="{E3305F46-4F1B-0759-926A-25FFF4981EEE}"/>
              </a:ext>
            </a:extLst>
          </p:cNvPr>
          <p:cNvPicPr>
            <a:picLocks noChangeAspect="1"/>
          </p:cNvPicPr>
          <p:nvPr/>
        </p:nvPicPr>
        <p:blipFill>
          <a:blip r:embed="rId2"/>
          <a:stretch>
            <a:fillRect/>
          </a:stretch>
        </p:blipFill>
        <p:spPr>
          <a:xfrm>
            <a:off x="2370950" y="926096"/>
            <a:ext cx="4834183" cy="2353722"/>
          </a:xfrm>
          <a:prstGeom prst="rect">
            <a:avLst/>
          </a:prstGeom>
        </p:spPr>
      </p:pic>
      <p:pic>
        <p:nvPicPr>
          <p:cNvPr id="6" name="Picture 5">
            <a:extLst>
              <a:ext uri="{FF2B5EF4-FFF2-40B4-BE49-F238E27FC236}">
                <a16:creationId xmlns:a16="http://schemas.microsoft.com/office/drawing/2014/main" id="{9E41A3A0-CA19-E1E5-E763-F135CAC4FBBF}"/>
              </a:ext>
            </a:extLst>
          </p:cNvPr>
          <p:cNvPicPr>
            <a:picLocks noChangeAspect="1"/>
          </p:cNvPicPr>
          <p:nvPr/>
        </p:nvPicPr>
        <p:blipFill>
          <a:blip r:embed="rId3"/>
          <a:stretch>
            <a:fillRect/>
          </a:stretch>
        </p:blipFill>
        <p:spPr>
          <a:xfrm>
            <a:off x="2365202" y="3430601"/>
            <a:ext cx="5691678" cy="2675365"/>
          </a:xfrm>
          <a:prstGeom prst="rect">
            <a:avLst/>
          </a:prstGeom>
        </p:spPr>
      </p:pic>
    </p:spTree>
    <p:extLst>
      <p:ext uri="{BB962C8B-B14F-4D97-AF65-F5344CB8AC3E}">
        <p14:creationId xmlns:p14="http://schemas.microsoft.com/office/powerpoint/2010/main" val="2508027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6365DE-1D3A-D6FB-47CB-377FA49BBC52}"/>
              </a:ext>
            </a:extLst>
          </p:cNvPr>
          <p:cNvSpPr>
            <a:spLocks noGrp="1"/>
          </p:cNvSpPr>
          <p:nvPr>
            <p:ph type="dt" sz="half" idx="10"/>
          </p:nvPr>
        </p:nvSpPr>
        <p:spPr>
          <a:xfrm>
            <a:off x="8362063" y="86388"/>
            <a:ext cx="911939" cy="365125"/>
          </a:xfrm>
        </p:spPr>
        <p:txBody>
          <a:bodyPr/>
          <a:lstStyle/>
          <a:p>
            <a:fld id="{9E7D61E5-2C11-45DE-AFC9-EFDDD036CFFE}" type="datetime1">
              <a:rPr lang="en-IN" smtClean="0"/>
              <a:t>24-06-2025</a:t>
            </a:fld>
            <a:endParaRPr lang="en-IN" dirty="0"/>
          </a:p>
        </p:txBody>
      </p:sp>
      <p:sp>
        <p:nvSpPr>
          <p:cNvPr id="3" name="Slide Number Placeholder 2">
            <a:extLst>
              <a:ext uri="{FF2B5EF4-FFF2-40B4-BE49-F238E27FC236}">
                <a16:creationId xmlns:a16="http://schemas.microsoft.com/office/drawing/2014/main" id="{9DBD4E1C-8727-9778-C226-47CB8EC07E1E}"/>
              </a:ext>
            </a:extLst>
          </p:cNvPr>
          <p:cNvSpPr>
            <a:spLocks noGrp="1"/>
          </p:cNvSpPr>
          <p:nvPr>
            <p:ph type="sldNum" sz="quarter" idx="12"/>
          </p:nvPr>
        </p:nvSpPr>
        <p:spPr/>
        <p:txBody>
          <a:bodyPr/>
          <a:lstStyle/>
          <a:p>
            <a:fld id="{8C30E469-CD0D-498B-8DDB-D7B03AB8677D}" type="slidenum">
              <a:rPr lang="en-IN" smtClean="0"/>
              <a:t>11</a:t>
            </a:fld>
            <a:endParaRPr lang="en-IN"/>
          </a:p>
        </p:txBody>
      </p:sp>
      <p:pic>
        <p:nvPicPr>
          <p:cNvPr id="5" name="Picture 4">
            <a:extLst>
              <a:ext uri="{FF2B5EF4-FFF2-40B4-BE49-F238E27FC236}">
                <a16:creationId xmlns:a16="http://schemas.microsoft.com/office/drawing/2014/main" id="{B3F05030-1DA5-2B93-0C1B-A2E5DE2664AA}"/>
              </a:ext>
            </a:extLst>
          </p:cNvPr>
          <p:cNvPicPr>
            <a:picLocks noChangeAspect="1"/>
          </p:cNvPicPr>
          <p:nvPr/>
        </p:nvPicPr>
        <p:blipFill>
          <a:blip r:embed="rId2"/>
          <a:stretch>
            <a:fillRect/>
          </a:stretch>
        </p:blipFill>
        <p:spPr>
          <a:xfrm>
            <a:off x="1911357" y="86388"/>
            <a:ext cx="5805054" cy="2869623"/>
          </a:xfrm>
          <a:prstGeom prst="rect">
            <a:avLst/>
          </a:prstGeom>
        </p:spPr>
      </p:pic>
      <p:pic>
        <p:nvPicPr>
          <p:cNvPr id="7" name="Picture 6">
            <a:extLst>
              <a:ext uri="{FF2B5EF4-FFF2-40B4-BE49-F238E27FC236}">
                <a16:creationId xmlns:a16="http://schemas.microsoft.com/office/drawing/2014/main" id="{B0170465-21B3-AA73-AF58-7B98161C9F5D}"/>
              </a:ext>
            </a:extLst>
          </p:cNvPr>
          <p:cNvPicPr>
            <a:picLocks noChangeAspect="1"/>
          </p:cNvPicPr>
          <p:nvPr/>
        </p:nvPicPr>
        <p:blipFill>
          <a:blip r:embed="rId3"/>
          <a:stretch>
            <a:fillRect/>
          </a:stretch>
        </p:blipFill>
        <p:spPr>
          <a:xfrm>
            <a:off x="1431643" y="3246437"/>
            <a:ext cx="6764481" cy="2977487"/>
          </a:xfrm>
          <a:prstGeom prst="rect">
            <a:avLst/>
          </a:prstGeom>
        </p:spPr>
      </p:pic>
    </p:spTree>
    <p:extLst>
      <p:ext uri="{BB962C8B-B14F-4D97-AF65-F5344CB8AC3E}">
        <p14:creationId xmlns:p14="http://schemas.microsoft.com/office/powerpoint/2010/main" val="70330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69368-A825-B1D0-36A3-79228CE6550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7BDC-7354-6D3E-1622-5FD3B108EB05}"/>
              </a:ext>
            </a:extLst>
          </p:cNvPr>
          <p:cNvSpPr>
            <a:spLocks noGrp="1"/>
          </p:cNvSpPr>
          <p:nvPr>
            <p:ph type="dt" sz="half" idx="10"/>
          </p:nvPr>
        </p:nvSpPr>
        <p:spPr>
          <a:xfrm>
            <a:off x="8337756" y="268950"/>
            <a:ext cx="911939" cy="365125"/>
          </a:xfrm>
        </p:spPr>
        <p:txBody>
          <a:bodyPr/>
          <a:lstStyle/>
          <a:p>
            <a:fld id="{9E7D61E5-2C11-45DE-AFC9-EFDDD036CFFE}" type="datetime1">
              <a:rPr lang="en-IN" smtClean="0"/>
              <a:t>24-06-2025</a:t>
            </a:fld>
            <a:endParaRPr lang="en-IN" dirty="0"/>
          </a:p>
        </p:txBody>
      </p:sp>
      <p:sp>
        <p:nvSpPr>
          <p:cNvPr id="3" name="Slide Number Placeholder 2">
            <a:extLst>
              <a:ext uri="{FF2B5EF4-FFF2-40B4-BE49-F238E27FC236}">
                <a16:creationId xmlns:a16="http://schemas.microsoft.com/office/drawing/2014/main" id="{A723F850-8B68-D73B-F27F-0D6C86A425DA}"/>
              </a:ext>
            </a:extLst>
          </p:cNvPr>
          <p:cNvSpPr>
            <a:spLocks noGrp="1"/>
          </p:cNvSpPr>
          <p:nvPr>
            <p:ph type="sldNum" sz="quarter" idx="12"/>
          </p:nvPr>
        </p:nvSpPr>
        <p:spPr/>
        <p:txBody>
          <a:bodyPr/>
          <a:lstStyle/>
          <a:p>
            <a:fld id="{8C30E469-CD0D-498B-8DDB-D7B03AB8677D}" type="slidenum">
              <a:rPr lang="en-IN" smtClean="0"/>
              <a:t>12</a:t>
            </a:fld>
            <a:endParaRPr lang="en-IN"/>
          </a:p>
        </p:txBody>
      </p:sp>
      <p:pic>
        <p:nvPicPr>
          <p:cNvPr id="6" name="Picture 5">
            <a:extLst>
              <a:ext uri="{FF2B5EF4-FFF2-40B4-BE49-F238E27FC236}">
                <a16:creationId xmlns:a16="http://schemas.microsoft.com/office/drawing/2014/main" id="{D6B6AF8F-368C-5CA1-8224-0A04C527F883}"/>
              </a:ext>
            </a:extLst>
          </p:cNvPr>
          <p:cNvPicPr>
            <a:picLocks noChangeAspect="1"/>
          </p:cNvPicPr>
          <p:nvPr/>
        </p:nvPicPr>
        <p:blipFill>
          <a:blip r:embed="rId2"/>
          <a:stretch>
            <a:fillRect/>
          </a:stretch>
        </p:blipFill>
        <p:spPr>
          <a:xfrm>
            <a:off x="649990" y="181336"/>
            <a:ext cx="7687766" cy="2862553"/>
          </a:xfrm>
          <a:prstGeom prst="rect">
            <a:avLst/>
          </a:prstGeom>
        </p:spPr>
      </p:pic>
      <p:pic>
        <p:nvPicPr>
          <p:cNvPr id="9" name="Picture 8">
            <a:extLst>
              <a:ext uri="{FF2B5EF4-FFF2-40B4-BE49-F238E27FC236}">
                <a16:creationId xmlns:a16="http://schemas.microsoft.com/office/drawing/2014/main" id="{7246B73D-1EAD-AE10-7A25-CD260EAA2DE3}"/>
              </a:ext>
            </a:extLst>
          </p:cNvPr>
          <p:cNvPicPr>
            <a:picLocks noChangeAspect="1"/>
          </p:cNvPicPr>
          <p:nvPr/>
        </p:nvPicPr>
        <p:blipFill>
          <a:blip r:embed="rId3"/>
          <a:stretch>
            <a:fillRect/>
          </a:stretch>
        </p:blipFill>
        <p:spPr>
          <a:xfrm>
            <a:off x="599068" y="3362128"/>
            <a:ext cx="8194657" cy="3044359"/>
          </a:xfrm>
          <a:prstGeom prst="rect">
            <a:avLst/>
          </a:prstGeom>
        </p:spPr>
      </p:pic>
    </p:spTree>
    <p:extLst>
      <p:ext uri="{BB962C8B-B14F-4D97-AF65-F5344CB8AC3E}">
        <p14:creationId xmlns:p14="http://schemas.microsoft.com/office/powerpoint/2010/main" val="1098377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DA72B-DAB6-8F3C-9F95-BC2A558B740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8947F76-4CBE-1D3F-B17A-4C438C2D92B9}"/>
              </a:ext>
            </a:extLst>
          </p:cNvPr>
          <p:cNvSpPr>
            <a:spLocks noGrp="1"/>
          </p:cNvSpPr>
          <p:nvPr>
            <p:ph type="dt" sz="half" idx="10"/>
          </p:nvPr>
        </p:nvSpPr>
        <p:spPr>
          <a:xfrm>
            <a:off x="8362063" y="268950"/>
            <a:ext cx="911939" cy="365125"/>
          </a:xfrm>
        </p:spPr>
        <p:txBody>
          <a:bodyPr/>
          <a:lstStyle/>
          <a:p>
            <a:fld id="{9E7D61E5-2C11-45DE-AFC9-EFDDD036CFFE}" type="datetime1">
              <a:rPr lang="en-IN" smtClean="0"/>
              <a:t>24-06-2025</a:t>
            </a:fld>
            <a:endParaRPr lang="en-IN" dirty="0"/>
          </a:p>
        </p:txBody>
      </p:sp>
      <p:sp>
        <p:nvSpPr>
          <p:cNvPr id="3" name="Slide Number Placeholder 2">
            <a:extLst>
              <a:ext uri="{FF2B5EF4-FFF2-40B4-BE49-F238E27FC236}">
                <a16:creationId xmlns:a16="http://schemas.microsoft.com/office/drawing/2014/main" id="{1586EA8D-6C78-990B-324A-FD133B19CAF5}"/>
              </a:ext>
            </a:extLst>
          </p:cNvPr>
          <p:cNvSpPr>
            <a:spLocks noGrp="1"/>
          </p:cNvSpPr>
          <p:nvPr>
            <p:ph type="sldNum" sz="quarter" idx="12"/>
          </p:nvPr>
        </p:nvSpPr>
        <p:spPr/>
        <p:txBody>
          <a:bodyPr/>
          <a:lstStyle/>
          <a:p>
            <a:fld id="{8C30E469-CD0D-498B-8DDB-D7B03AB8677D}" type="slidenum">
              <a:rPr lang="en-IN" smtClean="0"/>
              <a:t>13</a:t>
            </a:fld>
            <a:endParaRPr lang="en-IN"/>
          </a:p>
        </p:txBody>
      </p:sp>
      <p:pic>
        <p:nvPicPr>
          <p:cNvPr id="5" name="Picture 4">
            <a:extLst>
              <a:ext uri="{FF2B5EF4-FFF2-40B4-BE49-F238E27FC236}">
                <a16:creationId xmlns:a16="http://schemas.microsoft.com/office/drawing/2014/main" id="{49CE0530-8B4F-9229-1C4A-F84041C681BE}"/>
              </a:ext>
            </a:extLst>
          </p:cNvPr>
          <p:cNvPicPr>
            <a:picLocks noChangeAspect="1"/>
          </p:cNvPicPr>
          <p:nvPr/>
        </p:nvPicPr>
        <p:blipFill>
          <a:blip r:embed="rId2"/>
          <a:stretch>
            <a:fillRect/>
          </a:stretch>
        </p:blipFill>
        <p:spPr>
          <a:xfrm>
            <a:off x="1612490" y="0"/>
            <a:ext cx="6579554" cy="3128111"/>
          </a:xfrm>
          <a:prstGeom prst="rect">
            <a:avLst/>
          </a:prstGeom>
        </p:spPr>
      </p:pic>
      <p:pic>
        <p:nvPicPr>
          <p:cNvPr id="8" name="Picture 7">
            <a:extLst>
              <a:ext uri="{FF2B5EF4-FFF2-40B4-BE49-F238E27FC236}">
                <a16:creationId xmlns:a16="http://schemas.microsoft.com/office/drawing/2014/main" id="{2D50AB8E-4782-D166-1437-8DA5F33E93C6}"/>
              </a:ext>
            </a:extLst>
          </p:cNvPr>
          <p:cNvPicPr>
            <a:picLocks noChangeAspect="1"/>
          </p:cNvPicPr>
          <p:nvPr/>
        </p:nvPicPr>
        <p:blipFill>
          <a:blip r:embed="rId3"/>
          <a:stretch>
            <a:fillRect/>
          </a:stretch>
        </p:blipFill>
        <p:spPr>
          <a:xfrm>
            <a:off x="1759974" y="3251811"/>
            <a:ext cx="5592643" cy="3268214"/>
          </a:xfrm>
          <a:prstGeom prst="rect">
            <a:avLst/>
          </a:prstGeom>
        </p:spPr>
      </p:pic>
    </p:spTree>
    <p:extLst>
      <p:ext uri="{BB962C8B-B14F-4D97-AF65-F5344CB8AC3E}">
        <p14:creationId xmlns:p14="http://schemas.microsoft.com/office/powerpoint/2010/main" val="961854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C83175-0DCC-696B-2271-1D32E3292618}"/>
              </a:ext>
            </a:extLst>
          </p:cNvPr>
          <p:cNvSpPr>
            <a:spLocks noGrp="1"/>
          </p:cNvSpPr>
          <p:nvPr>
            <p:ph type="dt" sz="half" idx="10"/>
          </p:nvPr>
        </p:nvSpPr>
        <p:spPr>
          <a:xfrm>
            <a:off x="8362063" y="86388"/>
            <a:ext cx="911939" cy="365125"/>
          </a:xfrm>
        </p:spPr>
        <p:txBody>
          <a:bodyPr/>
          <a:lstStyle/>
          <a:p>
            <a:fld id="{9E7D61E5-2C11-45DE-AFC9-EFDDD036CFFE}" type="datetime1">
              <a:rPr lang="en-IN" smtClean="0"/>
              <a:t>24-06-2025</a:t>
            </a:fld>
            <a:endParaRPr lang="en-IN" dirty="0"/>
          </a:p>
        </p:txBody>
      </p:sp>
      <p:sp>
        <p:nvSpPr>
          <p:cNvPr id="3" name="Slide Number Placeholder 2">
            <a:extLst>
              <a:ext uri="{FF2B5EF4-FFF2-40B4-BE49-F238E27FC236}">
                <a16:creationId xmlns:a16="http://schemas.microsoft.com/office/drawing/2014/main" id="{E569E749-5A40-85CE-459B-7B2DF430973B}"/>
              </a:ext>
            </a:extLst>
          </p:cNvPr>
          <p:cNvSpPr>
            <a:spLocks noGrp="1"/>
          </p:cNvSpPr>
          <p:nvPr>
            <p:ph type="sldNum" sz="quarter" idx="12"/>
          </p:nvPr>
        </p:nvSpPr>
        <p:spPr/>
        <p:txBody>
          <a:bodyPr/>
          <a:lstStyle/>
          <a:p>
            <a:fld id="{8C30E469-CD0D-498B-8DDB-D7B03AB8677D}" type="slidenum">
              <a:rPr lang="en-IN" smtClean="0"/>
              <a:t>14</a:t>
            </a:fld>
            <a:endParaRPr lang="en-IN"/>
          </a:p>
        </p:txBody>
      </p:sp>
      <p:pic>
        <p:nvPicPr>
          <p:cNvPr id="5" name="Picture 4">
            <a:extLst>
              <a:ext uri="{FF2B5EF4-FFF2-40B4-BE49-F238E27FC236}">
                <a16:creationId xmlns:a16="http://schemas.microsoft.com/office/drawing/2014/main" id="{2BFCACFC-E54C-7100-2EB5-78A81FD10C01}"/>
              </a:ext>
            </a:extLst>
          </p:cNvPr>
          <p:cNvPicPr>
            <a:picLocks noChangeAspect="1"/>
          </p:cNvPicPr>
          <p:nvPr/>
        </p:nvPicPr>
        <p:blipFill>
          <a:blip r:embed="rId2"/>
          <a:stretch>
            <a:fillRect/>
          </a:stretch>
        </p:blipFill>
        <p:spPr>
          <a:xfrm>
            <a:off x="1681314" y="86388"/>
            <a:ext cx="6076337" cy="2874826"/>
          </a:xfrm>
          <a:prstGeom prst="rect">
            <a:avLst/>
          </a:prstGeom>
        </p:spPr>
      </p:pic>
      <p:pic>
        <p:nvPicPr>
          <p:cNvPr id="7" name="Picture 6">
            <a:extLst>
              <a:ext uri="{FF2B5EF4-FFF2-40B4-BE49-F238E27FC236}">
                <a16:creationId xmlns:a16="http://schemas.microsoft.com/office/drawing/2014/main" id="{DC8C7119-75F5-B3BA-8259-9EA746C757AE}"/>
              </a:ext>
            </a:extLst>
          </p:cNvPr>
          <p:cNvPicPr>
            <a:picLocks noChangeAspect="1"/>
          </p:cNvPicPr>
          <p:nvPr/>
        </p:nvPicPr>
        <p:blipFill>
          <a:blip r:embed="rId3"/>
          <a:stretch>
            <a:fillRect/>
          </a:stretch>
        </p:blipFill>
        <p:spPr>
          <a:xfrm>
            <a:off x="909211" y="3125066"/>
            <a:ext cx="7452852" cy="3646546"/>
          </a:xfrm>
          <a:prstGeom prst="rect">
            <a:avLst/>
          </a:prstGeom>
        </p:spPr>
      </p:pic>
    </p:spTree>
    <p:extLst>
      <p:ext uri="{BB962C8B-B14F-4D97-AF65-F5344CB8AC3E}">
        <p14:creationId xmlns:p14="http://schemas.microsoft.com/office/powerpoint/2010/main" val="1182487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C2E8D8-8A6F-9D90-28C4-95D7A0E8F295}"/>
              </a:ext>
            </a:extLst>
          </p:cNvPr>
          <p:cNvSpPr>
            <a:spLocks noGrp="1"/>
          </p:cNvSpPr>
          <p:nvPr>
            <p:ph type="dt" sz="half" idx="10"/>
          </p:nvPr>
        </p:nvSpPr>
        <p:spPr>
          <a:xfrm>
            <a:off x="8362063" y="144256"/>
            <a:ext cx="911939" cy="365125"/>
          </a:xfrm>
        </p:spPr>
        <p:txBody>
          <a:bodyPr/>
          <a:lstStyle/>
          <a:p>
            <a:fld id="{9E7D61E5-2C11-45DE-AFC9-EFDDD036CFFE}" type="datetime1">
              <a:rPr lang="en-IN" smtClean="0"/>
              <a:t>24-06-2025</a:t>
            </a:fld>
            <a:endParaRPr lang="en-IN" dirty="0"/>
          </a:p>
        </p:txBody>
      </p:sp>
      <p:sp>
        <p:nvSpPr>
          <p:cNvPr id="3" name="Slide Number Placeholder 2">
            <a:extLst>
              <a:ext uri="{FF2B5EF4-FFF2-40B4-BE49-F238E27FC236}">
                <a16:creationId xmlns:a16="http://schemas.microsoft.com/office/drawing/2014/main" id="{0836CB49-4B25-3AE4-2B79-F504D007B3E5}"/>
              </a:ext>
            </a:extLst>
          </p:cNvPr>
          <p:cNvSpPr>
            <a:spLocks noGrp="1"/>
          </p:cNvSpPr>
          <p:nvPr>
            <p:ph type="sldNum" sz="quarter" idx="12"/>
          </p:nvPr>
        </p:nvSpPr>
        <p:spPr/>
        <p:txBody>
          <a:bodyPr/>
          <a:lstStyle/>
          <a:p>
            <a:fld id="{8C30E469-CD0D-498B-8DDB-D7B03AB8677D}" type="slidenum">
              <a:rPr lang="en-IN" smtClean="0"/>
              <a:t>15</a:t>
            </a:fld>
            <a:endParaRPr lang="en-IN"/>
          </a:p>
        </p:txBody>
      </p:sp>
      <p:pic>
        <p:nvPicPr>
          <p:cNvPr id="5" name="Picture 4">
            <a:extLst>
              <a:ext uri="{FF2B5EF4-FFF2-40B4-BE49-F238E27FC236}">
                <a16:creationId xmlns:a16="http://schemas.microsoft.com/office/drawing/2014/main" id="{A79455BE-4D0E-9F63-F02B-198889415A72}"/>
              </a:ext>
            </a:extLst>
          </p:cNvPr>
          <p:cNvPicPr>
            <a:picLocks noChangeAspect="1"/>
          </p:cNvPicPr>
          <p:nvPr/>
        </p:nvPicPr>
        <p:blipFill>
          <a:blip r:embed="rId2"/>
          <a:stretch>
            <a:fillRect/>
          </a:stretch>
        </p:blipFill>
        <p:spPr>
          <a:xfrm>
            <a:off x="894736" y="110404"/>
            <a:ext cx="6947033" cy="3177897"/>
          </a:xfrm>
          <a:prstGeom prst="rect">
            <a:avLst/>
          </a:prstGeom>
        </p:spPr>
      </p:pic>
      <p:pic>
        <p:nvPicPr>
          <p:cNvPr id="7" name="Picture 6">
            <a:extLst>
              <a:ext uri="{FF2B5EF4-FFF2-40B4-BE49-F238E27FC236}">
                <a16:creationId xmlns:a16="http://schemas.microsoft.com/office/drawing/2014/main" id="{14E51626-B339-A985-E58F-D19B3EABC78D}"/>
              </a:ext>
            </a:extLst>
          </p:cNvPr>
          <p:cNvPicPr>
            <a:picLocks noChangeAspect="1"/>
          </p:cNvPicPr>
          <p:nvPr/>
        </p:nvPicPr>
        <p:blipFill>
          <a:blip r:embed="rId3"/>
          <a:stretch>
            <a:fillRect/>
          </a:stretch>
        </p:blipFill>
        <p:spPr>
          <a:xfrm>
            <a:off x="894736" y="3366808"/>
            <a:ext cx="7020232" cy="2674554"/>
          </a:xfrm>
          <a:prstGeom prst="rect">
            <a:avLst/>
          </a:prstGeom>
        </p:spPr>
      </p:pic>
    </p:spTree>
    <p:extLst>
      <p:ext uri="{BB962C8B-B14F-4D97-AF65-F5344CB8AC3E}">
        <p14:creationId xmlns:p14="http://schemas.microsoft.com/office/powerpoint/2010/main" val="990355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78B0A9-F696-C3B1-6CA0-BC177869A7EB}"/>
              </a:ext>
            </a:extLst>
          </p:cNvPr>
          <p:cNvSpPr>
            <a:spLocks noGrp="1"/>
          </p:cNvSpPr>
          <p:nvPr>
            <p:ph type="dt" sz="half" idx="10"/>
          </p:nvPr>
        </p:nvSpPr>
        <p:spPr>
          <a:xfrm>
            <a:off x="8362063" y="86388"/>
            <a:ext cx="911939" cy="365125"/>
          </a:xfrm>
        </p:spPr>
        <p:txBody>
          <a:bodyPr/>
          <a:lstStyle/>
          <a:p>
            <a:fld id="{9E7D61E5-2C11-45DE-AFC9-EFDDD036CFFE}" type="datetime1">
              <a:rPr lang="en-IN" smtClean="0"/>
              <a:t>24-06-2025</a:t>
            </a:fld>
            <a:endParaRPr lang="en-IN" dirty="0"/>
          </a:p>
        </p:txBody>
      </p:sp>
      <p:sp>
        <p:nvSpPr>
          <p:cNvPr id="3" name="Slide Number Placeholder 2">
            <a:extLst>
              <a:ext uri="{FF2B5EF4-FFF2-40B4-BE49-F238E27FC236}">
                <a16:creationId xmlns:a16="http://schemas.microsoft.com/office/drawing/2014/main" id="{8B7AC605-3960-99E9-5011-A4621B2959D7}"/>
              </a:ext>
            </a:extLst>
          </p:cNvPr>
          <p:cNvSpPr>
            <a:spLocks noGrp="1"/>
          </p:cNvSpPr>
          <p:nvPr>
            <p:ph type="sldNum" sz="quarter" idx="12"/>
          </p:nvPr>
        </p:nvSpPr>
        <p:spPr/>
        <p:txBody>
          <a:bodyPr/>
          <a:lstStyle/>
          <a:p>
            <a:fld id="{8C30E469-CD0D-498B-8DDB-D7B03AB8677D}" type="slidenum">
              <a:rPr lang="en-IN" smtClean="0"/>
              <a:t>16</a:t>
            </a:fld>
            <a:endParaRPr lang="en-IN"/>
          </a:p>
        </p:txBody>
      </p:sp>
      <p:pic>
        <p:nvPicPr>
          <p:cNvPr id="5" name="Picture 4">
            <a:extLst>
              <a:ext uri="{FF2B5EF4-FFF2-40B4-BE49-F238E27FC236}">
                <a16:creationId xmlns:a16="http://schemas.microsoft.com/office/drawing/2014/main" id="{501BEC92-A48A-2B87-EAF6-297E857D8930}"/>
              </a:ext>
            </a:extLst>
          </p:cNvPr>
          <p:cNvPicPr>
            <a:picLocks noChangeAspect="1"/>
          </p:cNvPicPr>
          <p:nvPr/>
        </p:nvPicPr>
        <p:blipFill>
          <a:blip r:embed="rId2"/>
          <a:stretch>
            <a:fillRect/>
          </a:stretch>
        </p:blipFill>
        <p:spPr>
          <a:xfrm>
            <a:off x="1014496" y="0"/>
            <a:ext cx="6466591" cy="2930013"/>
          </a:xfrm>
          <a:prstGeom prst="rect">
            <a:avLst/>
          </a:prstGeom>
        </p:spPr>
      </p:pic>
      <p:pic>
        <p:nvPicPr>
          <p:cNvPr id="7" name="Picture 6">
            <a:extLst>
              <a:ext uri="{FF2B5EF4-FFF2-40B4-BE49-F238E27FC236}">
                <a16:creationId xmlns:a16="http://schemas.microsoft.com/office/drawing/2014/main" id="{561788FB-8124-B201-A8E4-E7820E734528}"/>
              </a:ext>
            </a:extLst>
          </p:cNvPr>
          <p:cNvPicPr>
            <a:picLocks noChangeAspect="1"/>
          </p:cNvPicPr>
          <p:nvPr/>
        </p:nvPicPr>
        <p:blipFill>
          <a:blip r:embed="rId3"/>
          <a:stretch>
            <a:fillRect/>
          </a:stretch>
        </p:blipFill>
        <p:spPr>
          <a:xfrm>
            <a:off x="798187" y="3014038"/>
            <a:ext cx="7441246" cy="3392449"/>
          </a:xfrm>
          <a:prstGeom prst="rect">
            <a:avLst/>
          </a:prstGeom>
        </p:spPr>
      </p:pic>
    </p:spTree>
    <p:extLst>
      <p:ext uri="{BB962C8B-B14F-4D97-AF65-F5344CB8AC3E}">
        <p14:creationId xmlns:p14="http://schemas.microsoft.com/office/powerpoint/2010/main" val="2717342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2A2DE6-E7F7-DF09-CE5B-872D344E3D1B}"/>
              </a:ext>
            </a:extLst>
          </p:cNvPr>
          <p:cNvSpPr>
            <a:spLocks noGrp="1"/>
          </p:cNvSpPr>
          <p:nvPr>
            <p:ph type="dt" sz="half" idx="10"/>
          </p:nvPr>
        </p:nvSpPr>
        <p:spPr>
          <a:xfrm>
            <a:off x="8257185" y="120240"/>
            <a:ext cx="911939" cy="365125"/>
          </a:xfrm>
        </p:spPr>
        <p:txBody>
          <a:bodyPr/>
          <a:lstStyle/>
          <a:p>
            <a:fld id="{9E7D61E5-2C11-45DE-AFC9-EFDDD036CFFE}" type="datetime1">
              <a:rPr lang="en-IN" smtClean="0"/>
              <a:t>24-06-2025</a:t>
            </a:fld>
            <a:endParaRPr lang="en-IN"/>
          </a:p>
        </p:txBody>
      </p:sp>
      <p:sp>
        <p:nvSpPr>
          <p:cNvPr id="3" name="Slide Number Placeholder 2">
            <a:extLst>
              <a:ext uri="{FF2B5EF4-FFF2-40B4-BE49-F238E27FC236}">
                <a16:creationId xmlns:a16="http://schemas.microsoft.com/office/drawing/2014/main" id="{318CD9CF-2793-4B7E-7513-521C8CBCAE44}"/>
              </a:ext>
            </a:extLst>
          </p:cNvPr>
          <p:cNvSpPr>
            <a:spLocks noGrp="1"/>
          </p:cNvSpPr>
          <p:nvPr>
            <p:ph type="sldNum" sz="quarter" idx="12"/>
          </p:nvPr>
        </p:nvSpPr>
        <p:spPr/>
        <p:txBody>
          <a:bodyPr/>
          <a:lstStyle/>
          <a:p>
            <a:fld id="{8C30E469-CD0D-498B-8DDB-D7B03AB8677D}" type="slidenum">
              <a:rPr lang="en-IN" smtClean="0"/>
              <a:t>17</a:t>
            </a:fld>
            <a:endParaRPr lang="en-IN"/>
          </a:p>
        </p:txBody>
      </p:sp>
      <p:pic>
        <p:nvPicPr>
          <p:cNvPr id="5" name="Picture 4">
            <a:extLst>
              <a:ext uri="{FF2B5EF4-FFF2-40B4-BE49-F238E27FC236}">
                <a16:creationId xmlns:a16="http://schemas.microsoft.com/office/drawing/2014/main" id="{DB040BAF-CE13-9F95-44F5-A8A630A692E2}"/>
              </a:ext>
            </a:extLst>
          </p:cNvPr>
          <p:cNvPicPr>
            <a:picLocks noChangeAspect="1"/>
          </p:cNvPicPr>
          <p:nvPr/>
        </p:nvPicPr>
        <p:blipFill>
          <a:blip r:embed="rId2"/>
          <a:stretch>
            <a:fillRect/>
          </a:stretch>
        </p:blipFill>
        <p:spPr>
          <a:xfrm>
            <a:off x="717755" y="120240"/>
            <a:ext cx="7185872" cy="3097161"/>
          </a:xfrm>
          <a:prstGeom prst="rect">
            <a:avLst/>
          </a:prstGeom>
        </p:spPr>
      </p:pic>
      <p:pic>
        <p:nvPicPr>
          <p:cNvPr id="7" name="Picture 6">
            <a:extLst>
              <a:ext uri="{FF2B5EF4-FFF2-40B4-BE49-F238E27FC236}">
                <a16:creationId xmlns:a16="http://schemas.microsoft.com/office/drawing/2014/main" id="{0EC57AC0-9FB9-23F4-5D31-7B22A2C7AF13}"/>
              </a:ext>
            </a:extLst>
          </p:cNvPr>
          <p:cNvPicPr>
            <a:picLocks noChangeAspect="1"/>
          </p:cNvPicPr>
          <p:nvPr/>
        </p:nvPicPr>
        <p:blipFill>
          <a:blip r:embed="rId3"/>
          <a:stretch>
            <a:fillRect/>
          </a:stretch>
        </p:blipFill>
        <p:spPr>
          <a:xfrm>
            <a:off x="717754" y="3311803"/>
            <a:ext cx="7266039" cy="3276560"/>
          </a:xfrm>
          <a:prstGeom prst="rect">
            <a:avLst/>
          </a:prstGeom>
        </p:spPr>
      </p:pic>
    </p:spTree>
    <p:extLst>
      <p:ext uri="{BB962C8B-B14F-4D97-AF65-F5344CB8AC3E}">
        <p14:creationId xmlns:p14="http://schemas.microsoft.com/office/powerpoint/2010/main" val="674650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6C34A8-BC8C-1317-05F6-D111F803AAD2}"/>
              </a:ext>
            </a:extLst>
          </p:cNvPr>
          <p:cNvSpPr>
            <a:spLocks noGrp="1"/>
          </p:cNvSpPr>
          <p:nvPr>
            <p:ph type="dt" sz="half" idx="10"/>
          </p:nvPr>
        </p:nvSpPr>
        <p:spPr>
          <a:xfrm>
            <a:off x="8257185" y="100576"/>
            <a:ext cx="911939" cy="365125"/>
          </a:xfrm>
        </p:spPr>
        <p:txBody>
          <a:bodyPr/>
          <a:lstStyle/>
          <a:p>
            <a:fld id="{9E7D61E5-2C11-45DE-AFC9-EFDDD036CFFE}" type="datetime1">
              <a:rPr lang="en-IN" smtClean="0"/>
              <a:t>24-06-2025</a:t>
            </a:fld>
            <a:endParaRPr lang="en-IN" dirty="0"/>
          </a:p>
        </p:txBody>
      </p:sp>
      <p:sp>
        <p:nvSpPr>
          <p:cNvPr id="3" name="Slide Number Placeholder 2">
            <a:extLst>
              <a:ext uri="{FF2B5EF4-FFF2-40B4-BE49-F238E27FC236}">
                <a16:creationId xmlns:a16="http://schemas.microsoft.com/office/drawing/2014/main" id="{5C948E81-B513-C929-B842-9AB32B37423F}"/>
              </a:ext>
            </a:extLst>
          </p:cNvPr>
          <p:cNvSpPr>
            <a:spLocks noGrp="1"/>
          </p:cNvSpPr>
          <p:nvPr>
            <p:ph type="sldNum" sz="quarter" idx="12"/>
          </p:nvPr>
        </p:nvSpPr>
        <p:spPr/>
        <p:txBody>
          <a:bodyPr/>
          <a:lstStyle/>
          <a:p>
            <a:fld id="{8C30E469-CD0D-498B-8DDB-D7B03AB8677D}" type="slidenum">
              <a:rPr lang="en-IN" smtClean="0"/>
              <a:t>18</a:t>
            </a:fld>
            <a:endParaRPr lang="en-IN"/>
          </a:p>
        </p:txBody>
      </p:sp>
      <p:pic>
        <p:nvPicPr>
          <p:cNvPr id="5" name="Picture 4">
            <a:extLst>
              <a:ext uri="{FF2B5EF4-FFF2-40B4-BE49-F238E27FC236}">
                <a16:creationId xmlns:a16="http://schemas.microsoft.com/office/drawing/2014/main" id="{E8197C52-4677-3D61-454D-FD74C0A3FAAD}"/>
              </a:ext>
            </a:extLst>
          </p:cNvPr>
          <p:cNvPicPr>
            <a:picLocks noChangeAspect="1"/>
          </p:cNvPicPr>
          <p:nvPr/>
        </p:nvPicPr>
        <p:blipFill>
          <a:blip r:embed="rId2"/>
          <a:stretch>
            <a:fillRect/>
          </a:stretch>
        </p:blipFill>
        <p:spPr>
          <a:xfrm>
            <a:off x="609600" y="100575"/>
            <a:ext cx="6862916" cy="3321725"/>
          </a:xfrm>
          <a:prstGeom prst="rect">
            <a:avLst/>
          </a:prstGeom>
        </p:spPr>
      </p:pic>
      <p:pic>
        <p:nvPicPr>
          <p:cNvPr id="7" name="Picture 6">
            <a:extLst>
              <a:ext uri="{FF2B5EF4-FFF2-40B4-BE49-F238E27FC236}">
                <a16:creationId xmlns:a16="http://schemas.microsoft.com/office/drawing/2014/main" id="{6F9B40DE-6862-B5F9-DC2F-3869C5169796}"/>
              </a:ext>
            </a:extLst>
          </p:cNvPr>
          <p:cNvPicPr>
            <a:picLocks noChangeAspect="1"/>
          </p:cNvPicPr>
          <p:nvPr/>
        </p:nvPicPr>
        <p:blipFill>
          <a:blip r:embed="rId3"/>
          <a:stretch>
            <a:fillRect/>
          </a:stretch>
        </p:blipFill>
        <p:spPr>
          <a:xfrm>
            <a:off x="609600" y="3765138"/>
            <a:ext cx="6862916" cy="2904019"/>
          </a:xfrm>
          <a:prstGeom prst="rect">
            <a:avLst/>
          </a:prstGeom>
        </p:spPr>
      </p:pic>
    </p:spTree>
    <p:extLst>
      <p:ext uri="{BB962C8B-B14F-4D97-AF65-F5344CB8AC3E}">
        <p14:creationId xmlns:p14="http://schemas.microsoft.com/office/powerpoint/2010/main" val="1496707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E9872B-CA27-1571-BBF1-C6F36F63E107}"/>
              </a:ext>
            </a:extLst>
          </p:cNvPr>
          <p:cNvSpPr>
            <a:spLocks noGrp="1"/>
          </p:cNvSpPr>
          <p:nvPr>
            <p:ph type="dt" sz="half" idx="10"/>
          </p:nvPr>
        </p:nvSpPr>
        <p:spPr>
          <a:xfrm>
            <a:off x="8134693" y="65953"/>
            <a:ext cx="911939" cy="365125"/>
          </a:xfrm>
        </p:spPr>
        <p:txBody>
          <a:bodyPr/>
          <a:lstStyle/>
          <a:p>
            <a:fld id="{9E7D61E5-2C11-45DE-AFC9-EFDDD036CFFE}" type="datetime1">
              <a:rPr lang="en-IN" smtClean="0"/>
              <a:t>24-06-2025</a:t>
            </a:fld>
            <a:endParaRPr lang="en-IN" dirty="0"/>
          </a:p>
        </p:txBody>
      </p:sp>
      <p:sp>
        <p:nvSpPr>
          <p:cNvPr id="3" name="Slide Number Placeholder 2">
            <a:extLst>
              <a:ext uri="{FF2B5EF4-FFF2-40B4-BE49-F238E27FC236}">
                <a16:creationId xmlns:a16="http://schemas.microsoft.com/office/drawing/2014/main" id="{7D32DE8B-A2DB-DDC0-FCAE-20A9CDAB3EAE}"/>
              </a:ext>
            </a:extLst>
          </p:cNvPr>
          <p:cNvSpPr>
            <a:spLocks noGrp="1"/>
          </p:cNvSpPr>
          <p:nvPr>
            <p:ph type="sldNum" sz="quarter" idx="12"/>
          </p:nvPr>
        </p:nvSpPr>
        <p:spPr/>
        <p:txBody>
          <a:bodyPr/>
          <a:lstStyle/>
          <a:p>
            <a:fld id="{8C30E469-CD0D-498B-8DDB-D7B03AB8677D}" type="slidenum">
              <a:rPr lang="en-IN" smtClean="0"/>
              <a:t>19</a:t>
            </a:fld>
            <a:endParaRPr lang="en-IN"/>
          </a:p>
        </p:txBody>
      </p:sp>
      <p:pic>
        <p:nvPicPr>
          <p:cNvPr id="5" name="Picture 4">
            <a:extLst>
              <a:ext uri="{FF2B5EF4-FFF2-40B4-BE49-F238E27FC236}">
                <a16:creationId xmlns:a16="http://schemas.microsoft.com/office/drawing/2014/main" id="{2140FB7E-3B24-3A1B-2534-761AFE5A5245}"/>
              </a:ext>
            </a:extLst>
          </p:cNvPr>
          <p:cNvPicPr>
            <a:picLocks noChangeAspect="1"/>
          </p:cNvPicPr>
          <p:nvPr/>
        </p:nvPicPr>
        <p:blipFill>
          <a:blip r:embed="rId2"/>
          <a:stretch>
            <a:fillRect/>
          </a:stretch>
        </p:blipFill>
        <p:spPr>
          <a:xfrm>
            <a:off x="516989" y="363898"/>
            <a:ext cx="4320481" cy="5521752"/>
          </a:xfrm>
          <a:prstGeom prst="rect">
            <a:avLst/>
          </a:prstGeom>
        </p:spPr>
      </p:pic>
      <p:pic>
        <p:nvPicPr>
          <p:cNvPr id="7" name="Picture 6">
            <a:extLst>
              <a:ext uri="{FF2B5EF4-FFF2-40B4-BE49-F238E27FC236}">
                <a16:creationId xmlns:a16="http://schemas.microsoft.com/office/drawing/2014/main" id="{614DEDB3-EC6C-98C3-3FAD-D2453CED3AF2}"/>
              </a:ext>
            </a:extLst>
          </p:cNvPr>
          <p:cNvPicPr>
            <a:picLocks noChangeAspect="1"/>
          </p:cNvPicPr>
          <p:nvPr/>
        </p:nvPicPr>
        <p:blipFill>
          <a:blip r:embed="rId3"/>
          <a:stretch>
            <a:fillRect/>
          </a:stretch>
        </p:blipFill>
        <p:spPr>
          <a:xfrm>
            <a:off x="5038477" y="363898"/>
            <a:ext cx="4632109" cy="5494902"/>
          </a:xfrm>
          <a:prstGeom prst="rect">
            <a:avLst/>
          </a:prstGeom>
        </p:spPr>
      </p:pic>
    </p:spTree>
    <p:extLst>
      <p:ext uri="{BB962C8B-B14F-4D97-AF65-F5344CB8AC3E}">
        <p14:creationId xmlns:p14="http://schemas.microsoft.com/office/powerpoint/2010/main" val="3884999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9E7E9E-59EA-10DE-E399-483BC46D6769}"/>
              </a:ext>
            </a:extLst>
          </p:cNvPr>
          <p:cNvSpPr>
            <a:spLocks noGrp="1"/>
          </p:cNvSpPr>
          <p:nvPr>
            <p:ph type="dt" sz="half" idx="10"/>
          </p:nvPr>
        </p:nvSpPr>
        <p:spPr>
          <a:xfrm>
            <a:off x="8020393" y="248129"/>
            <a:ext cx="911939" cy="365125"/>
          </a:xfrm>
        </p:spPr>
        <p:txBody>
          <a:bodyPr/>
          <a:lstStyle/>
          <a:p>
            <a:fld id="{9E7D61E5-2C11-45DE-AFC9-EFDDD036CFFE}" type="datetime1">
              <a:rPr lang="en-IN" smtClean="0"/>
              <a:t>24-06-2025</a:t>
            </a:fld>
            <a:endParaRPr lang="en-IN" dirty="0"/>
          </a:p>
        </p:txBody>
      </p:sp>
      <p:sp>
        <p:nvSpPr>
          <p:cNvPr id="3" name="Slide Number Placeholder 2">
            <a:extLst>
              <a:ext uri="{FF2B5EF4-FFF2-40B4-BE49-F238E27FC236}">
                <a16:creationId xmlns:a16="http://schemas.microsoft.com/office/drawing/2014/main" id="{85FF165C-0AF5-4B33-DC00-5E9140C22BD2}"/>
              </a:ext>
            </a:extLst>
          </p:cNvPr>
          <p:cNvSpPr>
            <a:spLocks noGrp="1"/>
          </p:cNvSpPr>
          <p:nvPr>
            <p:ph type="sldNum" sz="quarter" idx="12"/>
          </p:nvPr>
        </p:nvSpPr>
        <p:spPr/>
        <p:txBody>
          <a:bodyPr/>
          <a:lstStyle/>
          <a:p>
            <a:fld id="{8C30E469-CD0D-498B-8DDB-D7B03AB8677D}" type="slidenum">
              <a:rPr lang="en-IN" smtClean="0"/>
              <a:t>20</a:t>
            </a:fld>
            <a:endParaRPr lang="en-IN"/>
          </a:p>
        </p:txBody>
      </p:sp>
      <p:sp>
        <p:nvSpPr>
          <p:cNvPr id="4" name="TextBox 3">
            <a:extLst>
              <a:ext uri="{FF2B5EF4-FFF2-40B4-BE49-F238E27FC236}">
                <a16:creationId xmlns:a16="http://schemas.microsoft.com/office/drawing/2014/main" id="{65598A11-5A64-51CB-80D6-207D8877741A}"/>
              </a:ext>
            </a:extLst>
          </p:cNvPr>
          <p:cNvSpPr txBox="1"/>
          <p:nvPr/>
        </p:nvSpPr>
        <p:spPr>
          <a:xfrm>
            <a:off x="311727" y="238991"/>
            <a:ext cx="4436919" cy="707886"/>
          </a:xfrm>
          <a:prstGeom prst="rect">
            <a:avLst/>
          </a:prstGeom>
          <a:noFill/>
        </p:spPr>
        <p:txBody>
          <a:bodyPr wrap="square" rtlCol="0">
            <a:spAutoFit/>
          </a:bodyPr>
          <a:lstStyle/>
          <a:p>
            <a:r>
              <a:rPr lang="en-IN" sz="4000" dirty="0">
                <a:solidFill>
                  <a:schemeClr val="accent2"/>
                </a:solidFill>
                <a:latin typeface="Algerian" panose="04020705040A02060702" pitchFamily="82" charset="0"/>
              </a:rPr>
              <a:t>CONCLUSION :</a:t>
            </a:r>
          </a:p>
        </p:txBody>
      </p:sp>
      <p:sp>
        <p:nvSpPr>
          <p:cNvPr id="6" name="TextBox 5">
            <a:extLst>
              <a:ext uri="{FF2B5EF4-FFF2-40B4-BE49-F238E27FC236}">
                <a16:creationId xmlns:a16="http://schemas.microsoft.com/office/drawing/2014/main" id="{32D02BA3-6BBD-A7A5-9019-313A46135E45}"/>
              </a:ext>
            </a:extLst>
          </p:cNvPr>
          <p:cNvSpPr txBox="1"/>
          <p:nvPr/>
        </p:nvSpPr>
        <p:spPr>
          <a:xfrm>
            <a:off x="529936" y="1393468"/>
            <a:ext cx="8595879" cy="4093428"/>
          </a:xfrm>
          <a:prstGeom prst="rect">
            <a:avLst/>
          </a:prstGeom>
          <a:noFill/>
        </p:spPr>
        <p:txBody>
          <a:bodyPr wrap="square">
            <a:spAutoFit/>
          </a:bodyPr>
          <a:lstStyle/>
          <a:p>
            <a:pPr algn="just"/>
            <a:r>
              <a:rPr lang="en-IN" sz="2000" dirty="0">
                <a:latin typeface="Tahoma" panose="020B0604030504040204" pitchFamily="34" charset="0"/>
                <a:ea typeface="Tahoma" panose="020B0604030504040204" pitchFamily="34" charset="0"/>
                <a:cs typeface="Tahoma" panose="020B0604030504040204" pitchFamily="34" charset="0"/>
              </a:rPr>
              <a:t>In conclusion, [NEST E-commerce Website] stands as a premier destination for all your shopping needs, offering a diverse range of high-quality products at competitive prices. Our commitment to customer satisfaction is reflected in our user-friendly interface, secure payment options, and reliable shipping services. We understand that shopping online should be a seamless experience, which is why we prioritize convenience and accessibility. With our dedicated customer support team, we are here to assist you with any inquiries or concerns, ensuring that your experience is as enjoyable as possible. Join our community of satisfied customers and explore our extensive </a:t>
            </a:r>
            <a:r>
              <a:rPr lang="en-IN" sz="2000" dirty="0" err="1">
                <a:latin typeface="Tahoma" panose="020B0604030504040204" pitchFamily="34" charset="0"/>
                <a:ea typeface="Tahoma" panose="020B0604030504040204" pitchFamily="34" charset="0"/>
                <a:cs typeface="Tahoma" panose="020B0604030504040204" pitchFamily="34" charset="0"/>
              </a:rPr>
              <a:t>catalog</a:t>
            </a:r>
            <a:r>
              <a:rPr lang="en-IN" sz="2000" dirty="0">
                <a:latin typeface="Tahoma" panose="020B0604030504040204" pitchFamily="34" charset="0"/>
                <a:ea typeface="Tahoma" panose="020B0604030504040204" pitchFamily="34" charset="0"/>
                <a:cs typeface="Tahoma" panose="020B0604030504040204" pitchFamily="34" charset="0"/>
              </a:rPr>
              <a:t> today. Whether you’re looking for the latest trends, essential items, or unique gifts, [Your E-commerce Website Name] is here to meet your needs. Thank you for choosing us as your trusted shopping partner!</a:t>
            </a:r>
          </a:p>
        </p:txBody>
      </p:sp>
    </p:spTree>
    <p:extLst>
      <p:ext uri="{BB962C8B-B14F-4D97-AF65-F5344CB8AC3E}">
        <p14:creationId xmlns:p14="http://schemas.microsoft.com/office/powerpoint/2010/main" val="600287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9B18C-40B1-1EDE-8599-61223CD81DA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7A9D74E-EF2C-0887-DDFE-7A155EC08E0D}"/>
              </a:ext>
            </a:extLst>
          </p:cNvPr>
          <p:cNvSpPr>
            <a:spLocks noGrp="1"/>
          </p:cNvSpPr>
          <p:nvPr>
            <p:ph type="dt" sz="half" idx="10"/>
          </p:nvPr>
        </p:nvSpPr>
        <p:spPr>
          <a:xfrm>
            <a:off x="8020393" y="86388"/>
            <a:ext cx="911939" cy="365125"/>
          </a:xfrm>
        </p:spPr>
        <p:txBody>
          <a:bodyPr/>
          <a:lstStyle/>
          <a:p>
            <a:fld id="{9E7D61E5-2C11-45DE-AFC9-EFDDD036CFFE}" type="datetime1">
              <a:rPr lang="en-IN" smtClean="0"/>
              <a:t>24-06-2025</a:t>
            </a:fld>
            <a:endParaRPr lang="en-IN" dirty="0"/>
          </a:p>
        </p:txBody>
      </p:sp>
      <p:sp>
        <p:nvSpPr>
          <p:cNvPr id="3" name="Slide Number Placeholder 2">
            <a:extLst>
              <a:ext uri="{FF2B5EF4-FFF2-40B4-BE49-F238E27FC236}">
                <a16:creationId xmlns:a16="http://schemas.microsoft.com/office/drawing/2014/main" id="{BE61276B-F9EC-0BF7-A779-1191B7BF27F9}"/>
              </a:ext>
            </a:extLst>
          </p:cNvPr>
          <p:cNvSpPr>
            <a:spLocks noGrp="1"/>
          </p:cNvSpPr>
          <p:nvPr>
            <p:ph type="sldNum" sz="quarter" idx="12"/>
          </p:nvPr>
        </p:nvSpPr>
        <p:spPr/>
        <p:txBody>
          <a:bodyPr/>
          <a:lstStyle/>
          <a:p>
            <a:fld id="{8C30E469-CD0D-498B-8DDB-D7B03AB8677D}" type="slidenum">
              <a:rPr lang="en-IN" smtClean="0"/>
              <a:t>21</a:t>
            </a:fld>
            <a:endParaRPr lang="en-IN"/>
          </a:p>
        </p:txBody>
      </p:sp>
      <p:sp>
        <p:nvSpPr>
          <p:cNvPr id="4" name="TextBox 3">
            <a:extLst>
              <a:ext uri="{FF2B5EF4-FFF2-40B4-BE49-F238E27FC236}">
                <a16:creationId xmlns:a16="http://schemas.microsoft.com/office/drawing/2014/main" id="{2EF4603C-75F9-2B03-20CC-CAD23DEFFAC5}"/>
              </a:ext>
            </a:extLst>
          </p:cNvPr>
          <p:cNvSpPr txBox="1"/>
          <p:nvPr/>
        </p:nvSpPr>
        <p:spPr>
          <a:xfrm>
            <a:off x="529936" y="131116"/>
            <a:ext cx="5832863" cy="707886"/>
          </a:xfrm>
          <a:prstGeom prst="rect">
            <a:avLst/>
          </a:prstGeom>
          <a:noFill/>
        </p:spPr>
        <p:txBody>
          <a:bodyPr wrap="square" rtlCol="0">
            <a:spAutoFit/>
          </a:bodyPr>
          <a:lstStyle/>
          <a:p>
            <a:r>
              <a:rPr lang="en-IN" sz="4000" dirty="0">
                <a:solidFill>
                  <a:schemeClr val="accent2"/>
                </a:solidFill>
                <a:latin typeface="Algerian" panose="04020705040A02060702" pitchFamily="82" charset="0"/>
              </a:rPr>
              <a:t>FUTURE ENHANCMENT :</a:t>
            </a:r>
          </a:p>
        </p:txBody>
      </p:sp>
      <p:sp>
        <p:nvSpPr>
          <p:cNvPr id="6" name="TextBox 5">
            <a:extLst>
              <a:ext uri="{FF2B5EF4-FFF2-40B4-BE49-F238E27FC236}">
                <a16:creationId xmlns:a16="http://schemas.microsoft.com/office/drawing/2014/main" id="{8FD86286-232F-8955-EDDF-3B3C092BF1F1}"/>
              </a:ext>
            </a:extLst>
          </p:cNvPr>
          <p:cNvSpPr txBox="1"/>
          <p:nvPr/>
        </p:nvSpPr>
        <p:spPr>
          <a:xfrm>
            <a:off x="529936" y="1196823"/>
            <a:ext cx="8595879" cy="3170099"/>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ahoma" panose="020B0604030504040204" pitchFamily="34" charset="0"/>
                <a:ea typeface="Tahoma" panose="020B0604030504040204" pitchFamily="34" charset="0"/>
                <a:cs typeface="Tahoma" panose="020B0604030504040204" pitchFamily="34" charset="0"/>
              </a:rPr>
              <a:t>All Products see our website by 3D Animation</a:t>
            </a:r>
          </a:p>
          <a:p>
            <a:pPr marL="342900"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Arial" panose="020B0604020202020204" pitchFamily="34" charset="0"/>
              <a:buChar char="•"/>
            </a:pPr>
            <a:r>
              <a:rPr lang="en-US" sz="2000" spc="168" dirty="0" err="1">
                <a:solidFill>
                  <a:srgbClr val="000000"/>
                </a:solidFill>
                <a:latin typeface="Tahoma" panose="020B0604030504040204" pitchFamily="34" charset="0"/>
                <a:ea typeface="Tahoma" panose="020B0604030504040204" pitchFamily="34" charset="0"/>
                <a:cs typeface="Tahoma" panose="020B0604030504040204" pitchFamily="34" charset="0"/>
                <a:sym typeface="DM Sans Bold"/>
              </a:rPr>
              <a:t>Costumizable</a:t>
            </a:r>
            <a:r>
              <a:rPr lang="en-US" sz="2000" spc="168" dirty="0">
                <a:solidFill>
                  <a:srgbClr val="000000"/>
                </a:solidFill>
                <a:latin typeface="Tahoma" panose="020B0604030504040204" pitchFamily="34" charset="0"/>
                <a:ea typeface="Tahoma" panose="020B0604030504040204" pitchFamily="34" charset="0"/>
                <a:cs typeface="Tahoma" panose="020B0604030504040204" pitchFamily="34" charset="0"/>
                <a:sym typeface="DM Sans Bold"/>
              </a:rPr>
              <a:t> AI Model</a:t>
            </a:r>
          </a:p>
          <a:p>
            <a:pPr marL="342900" indent="-342900">
              <a:buFont typeface="Arial" panose="020B0604020202020204" pitchFamily="34" charset="0"/>
              <a:buChar char="•"/>
            </a:pPr>
            <a:endParaRPr lang="en-US" sz="2000" spc="168" dirty="0">
              <a:solidFill>
                <a:srgbClr val="000000"/>
              </a:solidFill>
              <a:latin typeface="Tahoma" panose="020B0604030504040204" pitchFamily="34" charset="0"/>
              <a:ea typeface="Tahoma" panose="020B0604030504040204" pitchFamily="34" charset="0"/>
              <a:cs typeface="Tahoma" panose="020B0604030504040204" pitchFamily="34" charset="0"/>
              <a:sym typeface="DM Sans Bold"/>
            </a:endParaRPr>
          </a:p>
          <a:p>
            <a:pPr marL="342900" indent="-342900">
              <a:buFont typeface="Arial" panose="020B0604020202020204" pitchFamily="34" charset="0"/>
              <a:buChar char="•"/>
            </a:pPr>
            <a:r>
              <a:rPr lang="en-US" sz="2000" spc="168" dirty="0">
                <a:solidFill>
                  <a:srgbClr val="000000"/>
                </a:solidFill>
                <a:latin typeface="Tahoma" panose="020B0604030504040204" pitchFamily="34" charset="0"/>
                <a:ea typeface="Tahoma" panose="020B0604030504040204" pitchFamily="34" charset="0"/>
                <a:cs typeface="Tahoma" panose="020B0604030504040204" pitchFamily="34" charset="0"/>
                <a:sym typeface="DM Sans Bold"/>
              </a:rPr>
              <a:t>Stronger Security </a:t>
            </a:r>
          </a:p>
          <a:p>
            <a:pPr marL="342900" indent="-342900">
              <a:buFont typeface="Arial" panose="020B0604020202020204" pitchFamily="34" charset="0"/>
              <a:buChar char="•"/>
            </a:pPr>
            <a:endParaRPr lang="en-US" sz="2000" spc="168" dirty="0">
              <a:solidFill>
                <a:srgbClr val="000000"/>
              </a:solidFill>
              <a:latin typeface="Tahoma" panose="020B0604030504040204" pitchFamily="34" charset="0"/>
              <a:ea typeface="Tahoma" panose="020B0604030504040204" pitchFamily="34" charset="0"/>
              <a:cs typeface="Tahoma" panose="020B0604030504040204" pitchFamily="34" charset="0"/>
              <a:sym typeface="DM Sans Bold"/>
            </a:endParaRPr>
          </a:p>
          <a:p>
            <a:pPr marL="342900" indent="-342900">
              <a:buFont typeface="Arial" panose="020B0604020202020204" pitchFamily="34" charset="0"/>
              <a:buChar char="•"/>
            </a:pPr>
            <a:r>
              <a:rPr lang="en-US" sz="2000" spc="168" dirty="0">
                <a:solidFill>
                  <a:srgbClr val="000000"/>
                </a:solidFill>
                <a:latin typeface="Tahoma" panose="020B0604030504040204" pitchFamily="34" charset="0"/>
                <a:ea typeface="Tahoma" panose="020B0604030504040204" pitchFamily="34" charset="0"/>
                <a:cs typeface="Tahoma" panose="020B0604030504040204" pitchFamily="34" charset="0"/>
                <a:sym typeface="DM Sans Bold"/>
              </a:rPr>
              <a:t>Privacy Measures</a:t>
            </a:r>
          </a:p>
          <a:p>
            <a:pPr marL="342900" indent="-342900">
              <a:buFont typeface="Arial" panose="020B0604020202020204" pitchFamily="34" charset="0"/>
              <a:buChar char="•"/>
            </a:pPr>
            <a:endParaRPr lang="en-US" sz="2000" spc="168" dirty="0">
              <a:solidFill>
                <a:srgbClr val="000000"/>
              </a:solidFill>
              <a:latin typeface="Tahoma" panose="020B0604030504040204" pitchFamily="34" charset="0"/>
              <a:ea typeface="Tahoma" panose="020B0604030504040204" pitchFamily="34" charset="0"/>
              <a:cs typeface="Tahoma" panose="020B0604030504040204" pitchFamily="34" charset="0"/>
              <a:sym typeface="DM Sans Bold"/>
            </a:endParaRPr>
          </a:p>
          <a:p>
            <a:pPr marL="342900" indent="-342900">
              <a:buFont typeface="Arial" panose="020B0604020202020204" pitchFamily="34" charset="0"/>
              <a:buChar char="•"/>
            </a:pPr>
            <a:r>
              <a:rPr lang="en-US" sz="2000" spc="168" dirty="0">
                <a:solidFill>
                  <a:srgbClr val="000000"/>
                </a:solidFill>
                <a:latin typeface="Tahoma" panose="020B0604030504040204" pitchFamily="34" charset="0"/>
                <a:ea typeface="Tahoma" panose="020B0604030504040204" pitchFamily="34" charset="0"/>
                <a:cs typeface="Tahoma" panose="020B0604030504040204" pitchFamily="34" charset="0"/>
                <a:sym typeface="DM Sans Bold"/>
              </a:rPr>
              <a:t>Eco-Friendly E-commerce</a:t>
            </a:r>
          </a:p>
          <a:p>
            <a:pPr marL="342900" indent="-342900">
              <a:buFont typeface="Arial" panose="020B0604020202020204" pitchFamily="34" charset="0"/>
              <a:buChar char="•"/>
            </a:pPr>
            <a:endParaRPr lang="en-IN"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756753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8AF77-2796-9C9B-6605-3EFAA45B73E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12684A0-4D21-5690-8466-61C46D1E665F}"/>
              </a:ext>
            </a:extLst>
          </p:cNvPr>
          <p:cNvSpPr>
            <a:spLocks noGrp="1"/>
          </p:cNvSpPr>
          <p:nvPr>
            <p:ph type="dt" sz="half" idx="10"/>
          </p:nvPr>
        </p:nvSpPr>
        <p:spPr>
          <a:xfrm>
            <a:off x="8134693" y="148366"/>
            <a:ext cx="911939" cy="365125"/>
          </a:xfrm>
        </p:spPr>
        <p:txBody>
          <a:bodyPr/>
          <a:lstStyle/>
          <a:p>
            <a:fld id="{9E7D61E5-2C11-45DE-AFC9-EFDDD036CFFE}" type="datetime1">
              <a:rPr lang="en-IN" smtClean="0"/>
              <a:t>24-06-2025</a:t>
            </a:fld>
            <a:endParaRPr lang="en-IN" dirty="0"/>
          </a:p>
        </p:txBody>
      </p:sp>
      <p:sp>
        <p:nvSpPr>
          <p:cNvPr id="3" name="Slide Number Placeholder 2">
            <a:extLst>
              <a:ext uri="{FF2B5EF4-FFF2-40B4-BE49-F238E27FC236}">
                <a16:creationId xmlns:a16="http://schemas.microsoft.com/office/drawing/2014/main" id="{67B85444-202C-FF2C-5577-48D0144B77B6}"/>
              </a:ext>
            </a:extLst>
          </p:cNvPr>
          <p:cNvSpPr>
            <a:spLocks noGrp="1"/>
          </p:cNvSpPr>
          <p:nvPr>
            <p:ph type="sldNum" sz="quarter" idx="12"/>
          </p:nvPr>
        </p:nvSpPr>
        <p:spPr/>
        <p:txBody>
          <a:bodyPr/>
          <a:lstStyle/>
          <a:p>
            <a:fld id="{8C30E469-CD0D-498B-8DDB-D7B03AB8677D}" type="slidenum">
              <a:rPr lang="en-IN" smtClean="0"/>
              <a:t>22</a:t>
            </a:fld>
            <a:endParaRPr lang="en-IN" dirty="0"/>
          </a:p>
        </p:txBody>
      </p:sp>
      <p:sp>
        <p:nvSpPr>
          <p:cNvPr id="4" name="TextBox 3">
            <a:extLst>
              <a:ext uri="{FF2B5EF4-FFF2-40B4-BE49-F238E27FC236}">
                <a16:creationId xmlns:a16="http://schemas.microsoft.com/office/drawing/2014/main" id="{6EE9224B-2800-83F7-F825-00ACBAC3DF4A}"/>
              </a:ext>
            </a:extLst>
          </p:cNvPr>
          <p:cNvSpPr txBox="1"/>
          <p:nvPr/>
        </p:nvSpPr>
        <p:spPr>
          <a:xfrm>
            <a:off x="529936" y="131116"/>
            <a:ext cx="5832863" cy="707886"/>
          </a:xfrm>
          <a:prstGeom prst="rect">
            <a:avLst/>
          </a:prstGeom>
          <a:noFill/>
        </p:spPr>
        <p:txBody>
          <a:bodyPr wrap="square" rtlCol="0">
            <a:spAutoFit/>
          </a:bodyPr>
          <a:lstStyle/>
          <a:p>
            <a:r>
              <a:rPr lang="en-IN" sz="4000" dirty="0">
                <a:solidFill>
                  <a:schemeClr val="accent2"/>
                </a:solidFill>
                <a:latin typeface="Algerian" panose="04020705040A02060702" pitchFamily="82" charset="0"/>
              </a:rPr>
              <a:t>REFERENCES :</a:t>
            </a:r>
          </a:p>
        </p:txBody>
      </p:sp>
      <p:sp>
        <p:nvSpPr>
          <p:cNvPr id="6" name="TextBox 5">
            <a:extLst>
              <a:ext uri="{FF2B5EF4-FFF2-40B4-BE49-F238E27FC236}">
                <a16:creationId xmlns:a16="http://schemas.microsoft.com/office/drawing/2014/main" id="{357930F5-29FB-7941-60D5-589465854111}"/>
              </a:ext>
            </a:extLst>
          </p:cNvPr>
          <p:cNvSpPr txBox="1"/>
          <p:nvPr/>
        </p:nvSpPr>
        <p:spPr>
          <a:xfrm>
            <a:off x="529936" y="1196823"/>
            <a:ext cx="8595879" cy="3785652"/>
          </a:xfrm>
          <a:prstGeom prst="rect">
            <a:avLst/>
          </a:prstGeom>
          <a:noFill/>
        </p:spPr>
        <p:txBody>
          <a:bodyPr wrap="square">
            <a:spAutoFit/>
          </a:bodyPr>
          <a:lstStyle/>
          <a:p>
            <a:pPr marL="342900" indent="-342900" algn="just">
              <a:buFont typeface="Arial" panose="020B0604020202020204" pitchFamily="34" charset="0"/>
              <a:buChar char="•"/>
            </a:pPr>
            <a:r>
              <a:rPr lang="en-US" sz="2000" dirty="0">
                <a:latin typeface="Tahoma" panose="020B0604030504040204" pitchFamily="34" charset="0"/>
                <a:ea typeface="Tahoma" panose="020B0604030504040204" pitchFamily="34" charset="0"/>
                <a:cs typeface="Tahoma" panose="020B0604030504040204" pitchFamily="34" charset="0"/>
              </a:rPr>
              <a:t>Class Teacher (Mr. Bani Prasad Nayak)</a:t>
            </a:r>
          </a:p>
          <a:p>
            <a:pPr marL="342900" indent="-342900" algn="just">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342900" indent="-342900" algn="just">
              <a:buFont typeface="Arial" panose="020B0604020202020204" pitchFamily="34" charset="0"/>
              <a:buChar char="•"/>
            </a:pPr>
            <a:r>
              <a:rPr lang="en-US" sz="2000" dirty="0">
                <a:latin typeface="Tahoma" panose="020B0604030504040204" pitchFamily="34" charset="0"/>
                <a:ea typeface="Tahoma" panose="020B0604030504040204" pitchFamily="34" charset="0"/>
                <a:cs typeface="Tahoma" panose="020B0604030504040204" pitchFamily="34" charset="0"/>
              </a:rPr>
              <a:t>Seniors</a:t>
            </a:r>
          </a:p>
          <a:p>
            <a:pPr marL="342900" indent="-342900" algn="just">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342900" indent="-342900" algn="just">
              <a:buFont typeface="Arial" panose="020B0604020202020204" pitchFamily="34" charset="0"/>
              <a:buChar char="•"/>
            </a:pPr>
            <a:r>
              <a:rPr lang="en-US" sz="2000" dirty="0">
                <a:latin typeface="Tahoma" panose="020B0604030504040204" pitchFamily="34" charset="0"/>
                <a:ea typeface="Tahoma" panose="020B0604030504040204" pitchFamily="34" charset="0"/>
                <a:cs typeface="Tahoma" panose="020B0604030504040204" pitchFamily="34" charset="0"/>
              </a:rPr>
              <a:t>YouTube</a:t>
            </a:r>
          </a:p>
          <a:p>
            <a:pPr marL="342900" indent="-342900" algn="just">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342900" indent="-342900" algn="just">
              <a:buFont typeface="Arial" panose="020B0604020202020204" pitchFamily="34" charset="0"/>
              <a:buChar char="•"/>
            </a:pPr>
            <a:r>
              <a:rPr lang="en-IN" sz="2000" dirty="0">
                <a:latin typeface="Tahoma" panose="020B0604030504040204" pitchFamily="34" charset="0"/>
                <a:ea typeface="Tahoma" panose="020B0604030504040204" pitchFamily="34" charset="0"/>
                <a:cs typeface="Tahoma" panose="020B0604030504040204" pitchFamily="34" charset="0"/>
              </a:rPr>
              <a:t>W3School</a:t>
            </a:r>
          </a:p>
          <a:p>
            <a:pPr marL="342900" indent="-342900" algn="just">
              <a:buFont typeface="Arial" panose="020B0604020202020204" pitchFamily="34" charset="0"/>
              <a:buChar char="•"/>
            </a:pPr>
            <a:endParaRPr lang="en-IN" sz="2000" dirty="0">
              <a:latin typeface="Tahoma" panose="020B0604030504040204" pitchFamily="34" charset="0"/>
              <a:ea typeface="Tahoma" panose="020B0604030504040204" pitchFamily="34" charset="0"/>
              <a:cs typeface="Tahoma" panose="020B0604030504040204" pitchFamily="34" charset="0"/>
            </a:endParaRPr>
          </a:p>
          <a:p>
            <a:pPr marL="342900" indent="-342900" algn="just">
              <a:buFont typeface="Arial" panose="020B0604020202020204" pitchFamily="34" charset="0"/>
              <a:buChar char="•"/>
            </a:pPr>
            <a:r>
              <a:rPr lang="en-IN" sz="2000" dirty="0">
                <a:latin typeface="Tahoma" panose="020B0604030504040204" pitchFamily="34" charset="0"/>
                <a:ea typeface="Tahoma" panose="020B0604030504040204" pitchFamily="34" charset="0"/>
                <a:cs typeface="Tahoma" panose="020B0604030504040204" pitchFamily="34" charset="0"/>
              </a:rPr>
              <a:t>MDN</a:t>
            </a:r>
          </a:p>
          <a:p>
            <a:pPr marL="342900" indent="-342900" algn="just">
              <a:buFont typeface="Arial" panose="020B0604020202020204" pitchFamily="34" charset="0"/>
              <a:buChar char="•"/>
            </a:pPr>
            <a:endParaRPr lang="en-IN" sz="2000" dirty="0">
              <a:latin typeface="Tahoma" panose="020B0604030504040204" pitchFamily="34" charset="0"/>
              <a:ea typeface="Tahoma" panose="020B0604030504040204" pitchFamily="34" charset="0"/>
              <a:cs typeface="Tahoma" panose="020B0604030504040204" pitchFamily="34" charset="0"/>
            </a:endParaRPr>
          </a:p>
          <a:p>
            <a:pPr marL="342900" indent="-342900" algn="just">
              <a:buFont typeface="Arial" panose="020B0604020202020204" pitchFamily="34" charset="0"/>
              <a:buChar char="•"/>
            </a:pPr>
            <a:r>
              <a:rPr lang="en-IN" sz="2000" dirty="0">
                <a:latin typeface="Tahoma" panose="020B0604030504040204" pitchFamily="34" charset="0"/>
                <a:ea typeface="Tahoma" panose="020B0604030504040204" pitchFamily="34" charset="0"/>
                <a:cs typeface="Tahoma" panose="020B0604030504040204" pitchFamily="34" charset="0"/>
              </a:rPr>
              <a:t>Google</a:t>
            </a:r>
          </a:p>
          <a:p>
            <a:endParaRPr lang="en-IN"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4587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9CC4D-075E-4162-9C4A-AAD5907F2A81}"/>
              </a:ext>
            </a:extLst>
          </p:cNvPr>
          <p:cNvSpPr>
            <a:spLocks noGrp="1"/>
          </p:cNvSpPr>
          <p:nvPr>
            <p:ph type="title"/>
          </p:nvPr>
        </p:nvSpPr>
        <p:spPr>
          <a:xfrm>
            <a:off x="783866" y="653988"/>
            <a:ext cx="8596668" cy="1320800"/>
          </a:xfrm>
        </p:spPr>
        <p:txBody>
          <a:bodyPr/>
          <a:lstStyle/>
          <a:p>
            <a:r>
              <a:rPr lang="en-IN" sz="4800" b="1" dirty="0">
                <a:latin typeface="Algerian" panose="04020705040A02060702" pitchFamily="82" charset="0"/>
              </a:rPr>
              <a:t>Q&amp;A</a:t>
            </a:r>
          </a:p>
        </p:txBody>
      </p:sp>
      <p:sp>
        <p:nvSpPr>
          <p:cNvPr id="3" name="Content Placeholder 2">
            <a:extLst>
              <a:ext uri="{FF2B5EF4-FFF2-40B4-BE49-F238E27FC236}">
                <a16:creationId xmlns:a16="http://schemas.microsoft.com/office/drawing/2014/main" id="{CF0D4FC7-8E4D-4BBC-AB86-3579EE05177F}"/>
              </a:ext>
            </a:extLst>
          </p:cNvPr>
          <p:cNvSpPr>
            <a:spLocks noGrp="1"/>
          </p:cNvSpPr>
          <p:nvPr>
            <p:ph idx="1"/>
          </p:nvPr>
        </p:nvSpPr>
        <p:spPr>
          <a:xfrm>
            <a:off x="677334" y="2160589"/>
            <a:ext cx="8963816" cy="3880773"/>
          </a:xfrm>
        </p:spPr>
        <p:txBody>
          <a:bodyPr/>
          <a:lstStyle/>
          <a:p>
            <a:pPr marL="0" indent="0">
              <a:buNone/>
            </a:pPr>
            <a:r>
              <a:rPr lang="en-US" sz="4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 all for your attention! Any questions?</a:t>
            </a:r>
          </a:p>
          <a:p>
            <a:pPr marL="0" indent="0">
              <a:buNone/>
            </a:pPr>
            <a:endParaRPr lang="en-IN" dirty="0"/>
          </a:p>
        </p:txBody>
      </p:sp>
      <p:sp>
        <p:nvSpPr>
          <p:cNvPr id="4" name="Date Placeholder 3">
            <a:extLst>
              <a:ext uri="{FF2B5EF4-FFF2-40B4-BE49-F238E27FC236}">
                <a16:creationId xmlns:a16="http://schemas.microsoft.com/office/drawing/2014/main" id="{1DE597F6-BAF4-D84A-6F39-A4A059D3FEF1}"/>
              </a:ext>
            </a:extLst>
          </p:cNvPr>
          <p:cNvSpPr>
            <a:spLocks noGrp="1"/>
          </p:cNvSpPr>
          <p:nvPr>
            <p:ph type="dt" sz="half" idx="10"/>
          </p:nvPr>
        </p:nvSpPr>
        <p:spPr/>
        <p:txBody>
          <a:bodyPr/>
          <a:lstStyle/>
          <a:p>
            <a:fld id="{4C7C9FB7-CFFC-45DE-891A-CA35A02EBFA7}" type="datetime1">
              <a:rPr lang="en-IN" smtClean="0"/>
              <a:t>24-06-2025</a:t>
            </a:fld>
            <a:endParaRPr lang="en-IN"/>
          </a:p>
        </p:txBody>
      </p:sp>
      <p:sp>
        <p:nvSpPr>
          <p:cNvPr id="5" name="Slide Number Placeholder 4">
            <a:extLst>
              <a:ext uri="{FF2B5EF4-FFF2-40B4-BE49-F238E27FC236}">
                <a16:creationId xmlns:a16="http://schemas.microsoft.com/office/drawing/2014/main" id="{9F937FF6-C6D3-0500-C7D4-995C1705EEBC}"/>
              </a:ext>
            </a:extLst>
          </p:cNvPr>
          <p:cNvSpPr>
            <a:spLocks noGrp="1"/>
          </p:cNvSpPr>
          <p:nvPr>
            <p:ph type="sldNum" sz="quarter" idx="12"/>
          </p:nvPr>
        </p:nvSpPr>
        <p:spPr/>
        <p:txBody>
          <a:bodyPr/>
          <a:lstStyle/>
          <a:p>
            <a:fld id="{8C30E469-CD0D-498B-8DDB-D7B03AB8677D}" type="slidenum">
              <a:rPr lang="en-IN" smtClean="0"/>
              <a:t>23</a:t>
            </a:fld>
            <a:endParaRPr lang="en-IN"/>
          </a:p>
        </p:txBody>
      </p:sp>
    </p:spTree>
    <p:extLst>
      <p:ext uri="{BB962C8B-B14F-4D97-AF65-F5344CB8AC3E}">
        <p14:creationId xmlns:p14="http://schemas.microsoft.com/office/powerpoint/2010/main" val="7262068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TotalTime>
  <Words>791</Words>
  <Application>Microsoft Office PowerPoint</Application>
  <PresentationFormat>Widescreen</PresentationFormat>
  <Paragraphs>167</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Algerian</vt:lpstr>
      <vt:lpstr>Arial</vt:lpstr>
      <vt:lpstr>Calibri</vt:lpstr>
      <vt:lpstr>Tahoma</vt:lpstr>
      <vt:lpstr>Times New Roman</vt:lpstr>
      <vt:lpstr>Trebuchet MS</vt:lpstr>
      <vt:lpstr>Wingdings 3</vt:lpstr>
      <vt:lpstr>Facet</vt:lpstr>
      <vt:lpstr>Learning PROJECT ii  PRESENTATION ON  nest e- commerce website</vt:lpstr>
      <vt:lpstr>OUTLINES</vt:lpstr>
      <vt:lpstr>PROBLEM STATEMENT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PRACHURYAA SAMAl</dc:creator>
  <cp:lastModifiedBy>Rashmi Ranjan Sahoo</cp:lastModifiedBy>
  <cp:revision>12</cp:revision>
  <dcterms:modified xsi:type="dcterms:W3CDTF">2025-06-24T05:50:01Z</dcterms:modified>
</cp:coreProperties>
</file>